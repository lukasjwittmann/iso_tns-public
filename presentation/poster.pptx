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16"/>
    <p:restoredTop sz="94749"/>
  </p:normalViewPr>
  <p:slideViewPr>
    <p:cSldViewPr snapToGrid="0">
      <p:cViewPr>
        <p:scale>
          <a:sx n="44" d="100"/>
          <a:sy n="44" d="100"/>
        </p:scale>
        <p:origin x="1576" y="14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BCACA-3F37-1546-8344-640ABE270CD0}" type="datetimeFigureOut">
              <a:rPr lang="de-DE" smtClean="0"/>
              <a:t>12.11.25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AADAF2-F715-BB4E-A1DA-FE3F0A4BD7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3114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93510" rtl="0" eaLnBrk="1" latinLnBrk="0" hangingPunct="1">
      <a:defRPr sz="1698" kern="1200">
        <a:solidFill>
          <a:schemeClr val="tx1"/>
        </a:solidFill>
        <a:latin typeface="+mn-lt"/>
        <a:ea typeface="+mn-ea"/>
        <a:cs typeface="+mn-cs"/>
      </a:defRPr>
    </a:lvl1pPr>
    <a:lvl2pPr marL="646755" algn="l" defTabSz="1293510" rtl="0" eaLnBrk="1" latinLnBrk="0" hangingPunct="1">
      <a:defRPr sz="1698" kern="1200">
        <a:solidFill>
          <a:schemeClr val="tx1"/>
        </a:solidFill>
        <a:latin typeface="+mn-lt"/>
        <a:ea typeface="+mn-ea"/>
        <a:cs typeface="+mn-cs"/>
      </a:defRPr>
    </a:lvl2pPr>
    <a:lvl3pPr marL="1293510" algn="l" defTabSz="1293510" rtl="0" eaLnBrk="1" latinLnBrk="0" hangingPunct="1">
      <a:defRPr sz="1698" kern="1200">
        <a:solidFill>
          <a:schemeClr val="tx1"/>
        </a:solidFill>
        <a:latin typeface="+mn-lt"/>
        <a:ea typeface="+mn-ea"/>
        <a:cs typeface="+mn-cs"/>
      </a:defRPr>
    </a:lvl3pPr>
    <a:lvl4pPr marL="1940265" algn="l" defTabSz="1293510" rtl="0" eaLnBrk="1" latinLnBrk="0" hangingPunct="1">
      <a:defRPr sz="1698" kern="1200">
        <a:solidFill>
          <a:schemeClr val="tx1"/>
        </a:solidFill>
        <a:latin typeface="+mn-lt"/>
        <a:ea typeface="+mn-ea"/>
        <a:cs typeface="+mn-cs"/>
      </a:defRPr>
    </a:lvl4pPr>
    <a:lvl5pPr marL="2587020" algn="l" defTabSz="1293510" rtl="0" eaLnBrk="1" latinLnBrk="0" hangingPunct="1">
      <a:defRPr sz="1698" kern="1200">
        <a:solidFill>
          <a:schemeClr val="tx1"/>
        </a:solidFill>
        <a:latin typeface="+mn-lt"/>
        <a:ea typeface="+mn-ea"/>
        <a:cs typeface="+mn-cs"/>
      </a:defRPr>
    </a:lvl5pPr>
    <a:lvl6pPr marL="3233776" algn="l" defTabSz="1293510" rtl="0" eaLnBrk="1" latinLnBrk="0" hangingPunct="1">
      <a:defRPr sz="1698" kern="1200">
        <a:solidFill>
          <a:schemeClr val="tx1"/>
        </a:solidFill>
        <a:latin typeface="+mn-lt"/>
        <a:ea typeface="+mn-ea"/>
        <a:cs typeface="+mn-cs"/>
      </a:defRPr>
    </a:lvl6pPr>
    <a:lvl7pPr marL="3880531" algn="l" defTabSz="1293510" rtl="0" eaLnBrk="1" latinLnBrk="0" hangingPunct="1">
      <a:defRPr sz="1698" kern="1200">
        <a:solidFill>
          <a:schemeClr val="tx1"/>
        </a:solidFill>
        <a:latin typeface="+mn-lt"/>
        <a:ea typeface="+mn-ea"/>
        <a:cs typeface="+mn-cs"/>
      </a:defRPr>
    </a:lvl7pPr>
    <a:lvl8pPr marL="4527286" algn="l" defTabSz="1293510" rtl="0" eaLnBrk="1" latinLnBrk="0" hangingPunct="1">
      <a:defRPr sz="1698" kern="1200">
        <a:solidFill>
          <a:schemeClr val="tx1"/>
        </a:solidFill>
        <a:latin typeface="+mn-lt"/>
        <a:ea typeface="+mn-ea"/>
        <a:cs typeface="+mn-cs"/>
      </a:defRPr>
    </a:lvl8pPr>
    <a:lvl9pPr marL="5174041" algn="l" defTabSz="1293510" rtl="0" eaLnBrk="1" latinLnBrk="0" hangingPunct="1">
      <a:defRPr sz="16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DAF2-F715-BB4E-A1DA-FE3F0A4BD783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7103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FEC43-C7AE-154D-8D7D-DCF4754CCCDB}" type="datetimeFigureOut">
              <a:rPr lang="de-DE" smtClean="0"/>
              <a:t>12.11.25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86E7-8ACA-DD4C-BD96-00D9C87667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5923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FEC43-C7AE-154D-8D7D-DCF4754CCCDB}" type="datetimeFigureOut">
              <a:rPr lang="de-DE" smtClean="0"/>
              <a:t>12.11.25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86E7-8ACA-DD4C-BD96-00D9C87667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816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FEC43-C7AE-154D-8D7D-DCF4754CCCDB}" type="datetimeFigureOut">
              <a:rPr lang="de-DE" smtClean="0"/>
              <a:t>12.11.25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86E7-8ACA-DD4C-BD96-00D9C87667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821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FEC43-C7AE-154D-8D7D-DCF4754CCCDB}" type="datetimeFigureOut">
              <a:rPr lang="de-DE" smtClean="0"/>
              <a:t>12.11.25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86E7-8ACA-DD4C-BD96-00D9C87667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4917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FEC43-C7AE-154D-8D7D-DCF4754CCCDB}" type="datetimeFigureOut">
              <a:rPr lang="de-DE" smtClean="0"/>
              <a:t>12.11.25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86E7-8ACA-DD4C-BD96-00D9C87667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7358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FEC43-C7AE-154D-8D7D-DCF4754CCCDB}" type="datetimeFigureOut">
              <a:rPr lang="de-DE" smtClean="0"/>
              <a:t>12.11.25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86E7-8ACA-DD4C-BD96-00D9C87667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2688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FEC43-C7AE-154D-8D7D-DCF4754CCCDB}" type="datetimeFigureOut">
              <a:rPr lang="de-DE" smtClean="0"/>
              <a:t>12.11.25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86E7-8ACA-DD4C-BD96-00D9C87667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6932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FEC43-C7AE-154D-8D7D-DCF4754CCCDB}" type="datetimeFigureOut">
              <a:rPr lang="de-DE" smtClean="0"/>
              <a:t>12.11.25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86E7-8ACA-DD4C-BD96-00D9C87667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9638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FEC43-C7AE-154D-8D7D-DCF4754CCCDB}" type="datetimeFigureOut">
              <a:rPr lang="de-DE" smtClean="0"/>
              <a:t>12.11.25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86E7-8ACA-DD4C-BD96-00D9C87667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181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FEC43-C7AE-154D-8D7D-DCF4754CCCDB}" type="datetimeFigureOut">
              <a:rPr lang="de-DE" smtClean="0"/>
              <a:t>12.11.25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86E7-8ACA-DD4C-BD96-00D9C87667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8832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FEC43-C7AE-154D-8D7D-DCF4754CCCDB}" type="datetimeFigureOut">
              <a:rPr lang="de-DE" smtClean="0"/>
              <a:t>12.11.25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86E7-8ACA-DD4C-BD96-00D9C87667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327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EFEC43-C7AE-154D-8D7D-DCF4754CCCDB}" type="datetimeFigureOut">
              <a:rPr lang="de-DE" smtClean="0"/>
              <a:t>12.11.25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7286E7-8ACA-DD4C-BD96-00D9C87667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4656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.jpeg"/><Relationship Id="rId21" Type="http://schemas.openxmlformats.org/officeDocument/2006/relationships/image" Target="../media/image19.jpeg"/><Relationship Id="rId42" Type="http://schemas.openxmlformats.org/officeDocument/2006/relationships/image" Target="../media/image39.png"/><Relationship Id="rId47" Type="http://schemas.openxmlformats.org/officeDocument/2006/relationships/image" Target="../media/image44.jpeg"/><Relationship Id="rId63" Type="http://schemas.openxmlformats.org/officeDocument/2006/relationships/hyperlink" Target="https://arxiv.org/abs/1008.3477" TargetMode="External"/><Relationship Id="rId68" Type="http://schemas.openxmlformats.org/officeDocument/2006/relationships/hyperlink" Target="https://github.com/lukasjwittmann/iso_tns-public" TargetMode="External"/><Relationship Id="rId84" Type="http://schemas.openxmlformats.org/officeDocument/2006/relationships/image" Target="../media/image74.jpeg"/><Relationship Id="rId89" Type="http://schemas.openxmlformats.org/officeDocument/2006/relationships/image" Target="../media/image79.jpeg"/><Relationship Id="rId16" Type="http://schemas.openxmlformats.org/officeDocument/2006/relationships/image" Target="../media/image14.jpeg"/><Relationship Id="rId11" Type="http://schemas.openxmlformats.org/officeDocument/2006/relationships/image" Target="../media/image9.jpeg"/><Relationship Id="rId32" Type="http://schemas.openxmlformats.org/officeDocument/2006/relationships/image" Target="../media/image30.jpeg"/><Relationship Id="rId37" Type="http://schemas.openxmlformats.org/officeDocument/2006/relationships/image" Target="../media/image35.jpeg"/><Relationship Id="rId53" Type="http://schemas.openxmlformats.org/officeDocument/2006/relationships/image" Target="../media/image50.jpeg"/><Relationship Id="rId58" Type="http://schemas.openxmlformats.org/officeDocument/2006/relationships/image" Target="../media/image55.jpeg"/><Relationship Id="rId74" Type="http://schemas.openxmlformats.org/officeDocument/2006/relationships/image" Target="../media/image65.jpeg"/><Relationship Id="rId79" Type="http://schemas.openxmlformats.org/officeDocument/2006/relationships/image" Target="../media/image69.jpeg"/><Relationship Id="rId102" Type="http://schemas.openxmlformats.org/officeDocument/2006/relationships/image" Target="../media/image92.png"/><Relationship Id="rId5" Type="http://schemas.openxmlformats.org/officeDocument/2006/relationships/image" Target="../media/image3.jpeg"/><Relationship Id="rId90" Type="http://schemas.openxmlformats.org/officeDocument/2006/relationships/image" Target="../media/image80.jpeg"/><Relationship Id="rId95" Type="http://schemas.openxmlformats.org/officeDocument/2006/relationships/image" Target="../media/image85.png"/><Relationship Id="rId22" Type="http://schemas.openxmlformats.org/officeDocument/2006/relationships/image" Target="../media/image20.jpeg"/><Relationship Id="rId27" Type="http://schemas.openxmlformats.org/officeDocument/2006/relationships/image" Target="../media/image25.jpeg"/><Relationship Id="rId43" Type="http://schemas.openxmlformats.org/officeDocument/2006/relationships/image" Target="../media/image40.jpeg"/><Relationship Id="rId48" Type="http://schemas.openxmlformats.org/officeDocument/2006/relationships/image" Target="../media/image45.jpeg"/><Relationship Id="rId64" Type="http://schemas.openxmlformats.org/officeDocument/2006/relationships/hyperlink" Target="https://arxiv.org/abs/2102.10982" TargetMode="External"/><Relationship Id="rId69" Type="http://schemas.openxmlformats.org/officeDocument/2006/relationships/image" Target="../media/image60.jpeg"/><Relationship Id="rId80" Type="http://schemas.openxmlformats.org/officeDocument/2006/relationships/image" Target="../media/image70.jpeg"/><Relationship Id="rId85" Type="http://schemas.openxmlformats.org/officeDocument/2006/relationships/image" Target="../media/image75.jpeg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5" Type="http://schemas.openxmlformats.org/officeDocument/2006/relationships/image" Target="../media/image23.jpeg"/><Relationship Id="rId33" Type="http://schemas.openxmlformats.org/officeDocument/2006/relationships/image" Target="../media/image31.jpeg"/><Relationship Id="rId46" Type="http://schemas.openxmlformats.org/officeDocument/2006/relationships/image" Target="../media/image43.jpeg"/><Relationship Id="rId59" Type="http://schemas.openxmlformats.org/officeDocument/2006/relationships/image" Target="../media/image56.jpeg"/><Relationship Id="rId67" Type="http://schemas.openxmlformats.org/officeDocument/2006/relationships/hyperlink" Target="https://arxiv.org/abs/2112.08394" TargetMode="External"/><Relationship Id="rId103" Type="http://schemas.openxmlformats.org/officeDocument/2006/relationships/image" Target="../media/image93.png"/><Relationship Id="rId20" Type="http://schemas.openxmlformats.org/officeDocument/2006/relationships/image" Target="../media/image18.jpeg"/><Relationship Id="rId41" Type="http://schemas.openxmlformats.org/officeDocument/2006/relationships/image" Target="../media/image38.png"/><Relationship Id="rId54" Type="http://schemas.openxmlformats.org/officeDocument/2006/relationships/image" Target="../media/image51.jpeg"/><Relationship Id="rId62" Type="http://schemas.openxmlformats.org/officeDocument/2006/relationships/image" Target="../media/image59.png"/><Relationship Id="rId70" Type="http://schemas.openxmlformats.org/officeDocument/2006/relationships/image" Target="../media/image61.jpeg"/><Relationship Id="rId75" Type="http://schemas.openxmlformats.org/officeDocument/2006/relationships/image" Target="../media/image66.jpeg"/><Relationship Id="rId83" Type="http://schemas.openxmlformats.org/officeDocument/2006/relationships/image" Target="../media/image73.jpeg"/><Relationship Id="rId88" Type="http://schemas.openxmlformats.org/officeDocument/2006/relationships/image" Target="../media/image78.png"/><Relationship Id="rId91" Type="http://schemas.openxmlformats.org/officeDocument/2006/relationships/image" Target="../media/image81.png"/><Relationship Id="rId96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5" Type="http://schemas.openxmlformats.org/officeDocument/2006/relationships/image" Target="../media/image13.jpeg"/><Relationship Id="rId23" Type="http://schemas.openxmlformats.org/officeDocument/2006/relationships/image" Target="../media/image21.jpeg"/><Relationship Id="rId28" Type="http://schemas.openxmlformats.org/officeDocument/2006/relationships/image" Target="../media/image26.jpeg"/><Relationship Id="rId36" Type="http://schemas.openxmlformats.org/officeDocument/2006/relationships/image" Target="../media/image34.jpeg"/><Relationship Id="rId49" Type="http://schemas.openxmlformats.org/officeDocument/2006/relationships/image" Target="../media/image46.jpeg"/><Relationship Id="rId57" Type="http://schemas.openxmlformats.org/officeDocument/2006/relationships/image" Target="../media/image54.jpe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44" Type="http://schemas.openxmlformats.org/officeDocument/2006/relationships/image" Target="../media/image41.png"/><Relationship Id="rId52" Type="http://schemas.openxmlformats.org/officeDocument/2006/relationships/image" Target="../media/image49.jpeg"/><Relationship Id="rId60" Type="http://schemas.openxmlformats.org/officeDocument/2006/relationships/image" Target="../media/image57.png"/><Relationship Id="rId65" Type="http://schemas.openxmlformats.org/officeDocument/2006/relationships/hyperlink" Target="https://arxiv.org/abs/1902.05100" TargetMode="External"/><Relationship Id="rId73" Type="http://schemas.openxmlformats.org/officeDocument/2006/relationships/image" Target="../media/image64.jpeg"/><Relationship Id="rId78" Type="http://schemas.openxmlformats.org/officeDocument/2006/relationships/image" Target="../media/image68.jpeg"/><Relationship Id="rId81" Type="http://schemas.openxmlformats.org/officeDocument/2006/relationships/image" Target="../media/image71.jpeg"/><Relationship Id="rId86" Type="http://schemas.openxmlformats.org/officeDocument/2006/relationships/image" Target="../media/image76.jpeg"/><Relationship Id="rId94" Type="http://schemas.openxmlformats.org/officeDocument/2006/relationships/image" Target="../media/image84.png"/><Relationship Id="rId99" Type="http://schemas.openxmlformats.org/officeDocument/2006/relationships/image" Target="../media/image89.png"/><Relationship Id="rId101" Type="http://schemas.openxmlformats.org/officeDocument/2006/relationships/image" Target="../media/image91.png"/><Relationship Id="rId4" Type="http://schemas.openxmlformats.org/officeDocument/2006/relationships/image" Target="../media/image2.jpeg"/><Relationship Id="rId9" Type="http://schemas.openxmlformats.org/officeDocument/2006/relationships/image" Target="../media/image7.png"/><Relationship Id="rId13" Type="http://schemas.openxmlformats.org/officeDocument/2006/relationships/image" Target="../media/image11.jpeg"/><Relationship Id="rId18" Type="http://schemas.openxmlformats.org/officeDocument/2006/relationships/image" Target="../media/image16.jpeg"/><Relationship Id="rId39" Type="http://schemas.openxmlformats.org/officeDocument/2006/relationships/image" Target="../media/image37.png"/><Relationship Id="rId34" Type="http://schemas.openxmlformats.org/officeDocument/2006/relationships/image" Target="../media/image32.jpeg"/><Relationship Id="rId50" Type="http://schemas.openxmlformats.org/officeDocument/2006/relationships/image" Target="../media/image47.jpeg"/><Relationship Id="rId55" Type="http://schemas.openxmlformats.org/officeDocument/2006/relationships/image" Target="../media/image52.jpeg"/><Relationship Id="rId76" Type="http://schemas.openxmlformats.org/officeDocument/2006/relationships/image" Target="../media/image67.jpeg"/><Relationship Id="rId97" Type="http://schemas.openxmlformats.org/officeDocument/2006/relationships/image" Target="../media/image87.png"/><Relationship Id="rId104" Type="http://schemas.openxmlformats.org/officeDocument/2006/relationships/image" Target="../media/image94.png"/><Relationship Id="rId7" Type="http://schemas.openxmlformats.org/officeDocument/2006/relationships/image" Target="../media/image5.png"/><Relationship Id="rId71" Type="http://schemas.openxmlformats.org/officeDocument/2006/relationships/image" Target="../media/image62.jpeg"/><Relationship Id="rId92" Type="http://schemas.openxmlformats.org/officeDocument/2006/relationships/image" Target="../media/image82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7.jpeg"/><Relationship Id="rId24" Type="http://schemas.openxmlformats.org/officeDocument/2006/relationships/image" Target="../media/image22.jpeg"/><Relationship Id="rId40" Type="http://schemas.openxmlformats.org/officeDocument/2006/relationships/image" Target="../media/image36.jpeg"/><Relationship Id="rId45" Type="http://schemas.openxmlformats.org/officeDocument/2006/relationships/image" Target="../media/image42.png"/><Relationship Id="rId66" Type="http://schemas.openxmlformats.org/officeDocument/2006/relationships/hyperlink" Target="https://arxiv.org/abs/2507.08080" TargetMode="External"/><Relationship Id="rId87" Type="http://schemas.openxmlformats.org/officeDocument/2006/relationships/image" Target="../media/image77.png"/><Relationship Id="rId61" Type="http://schemas.openxmlformats.org/officeDocument/2006/relationships/image" Target="../media/image58.jpeg"/><Relationship Id="rId82" Type="http://schemas.openxmlformats.org/officeDocument/2006/relationships/image" Target="../media/image72.jpeg"/><Relationship Id="rId19" Type="http://schemas.openxmlformats.org/officeDocument/2006/relationships/image" Target="../media/image17.png"/><Relationship Id="rId14" Type="http://schemas.openxmlformats.org/officeDocument/2006/relationships/image" Target="../media/image12.jpeg"/><Relationship Id="rId30" Type="http://schemas.openxmlformats.org/officeDocument/2006/relationships/image" Target="../media/image28.jpeg"/><Relationship Id="rId35" Type="http://schemas.openxmlformats.org/officeDocument/2006/relationships/image" Target="../media/image33.jpeg"/><Relationship Id="rId56" Type="http://schemas.openxmlformats.org/officeDocument/2006/relationships/image" Target="../media/image53.jpeg"/><Relationship Id="rId77" Type="http://schemas.openxmlformats.org/officeDocument/2006/relationships/image" Target="../media/image68.png"/><Relationship Id="rId100" Type="http://schemas.openxmlformats.org/officeDocument/2006/relationships/image" Target="../media/image90.png"/><Relationship Id="rId8" Type="http://schemas.openxmlformats.org/officeDocument/2006/relationships/image" Target="../media/image6.jpeg"/><Relationship Id="rId51" Type="http://schemas.openxmlformats.org/officeDocument/2006/relationships/image" Target="../media/image48.jpeg"/><Relationship Id="rId72" Type="http://schemas.openxmlformats.org/officeDocument/2006/relationships/image" Target="../media/image63.jpeg"/><Relationship Id="rId93" Type="http://schemas.openxmlformats.org/officeDocument/2006/relationships/image" Target="../media/image83.png"/><Relationship Id="rId98" Type="http://schemas.openxmlformats.org/officeDocument/2006/relationships/image" Target="../media/image88.png"/><Relationship Id="rId3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C43CE97A-DA80-27DC-8305-2387339457B1}"/>
              </a:ext>
            </a:extLst>
          </p:cNvPr>
          <p:cNvSpPr/>
          <p:nvPr/>
        </p:nvSpPr>
        <p:spPr>
          <a:xfrm>
            <a:off x="914892" y="33127454"/>
            <a:ext cx="13812224" cy="57119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7BA3E40-7669-5BDB-12C6-57A2CA44EBCB}"/>
              </a:ext>
            </a:extLst>
          </p:cNvPr>
          <p:cNvSpPr/>
          <p:nvPr/>
        </p:nvSpPr>
        <p:spPr>
          <a:xfrm>
            <a:off x="15545382" y="4738387"/>
            <a:ext cx="13812224" cy="37224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16425EE-EF62-4F7F-7280-CE764E9D3158}"/>
              </a:ext>
            </a:extLst>
          </p:cNvPr>
          <p:cNvSpPr/>
          <p:nvPr/>
        </p:nvSpPr>
        <p:spPr>
          <a:xfrm>
            <a:off x="914892" y="4738387"/>
            <a:ext cx="13812224" cy="27609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DD4B09E-EDD5-6456-29AA-A7F33A2D4AF8}"/>
              </a:ext>
            </a:extLst>
          </p:cNvPr>
          <p:cNvSpPr/>
          <p:nvPr/>
        </p:nvSpPr>
        <p:spPr>
          <a:xfrm>
            <a:off x="917606" y="749726"/>
            <a:ext cx="2844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4" name="Grafik 33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BAFDA4A2-7611-F0E5-59B9-BF1956145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2310" y="21106311"/>
            <a:ext cx="2398509" cy="1397732"/>
          </a:xfrm>
          <a:prstGeom prst="rect">
            <a:avLst/>
          </a:prstGeom>
        </p:spPr>
      </p:pic>
      <p:sp>
        <p:nvSpPr>
          <p:cNvPr id="35" name="Textfeld 34">
            <a:extLst>
              <a:ext uri="{FF2B5EF4-FFF2-40B4-BE49-F238E27FC236}">
                <a16:creationId xmlns:a16="http://schemas.microsoft.com/office/drawing/2014/main" id="{F58A6393-D984-20BB-7AD3-7B16A761286A}"/>
              </a:ext>
            </a:extLst>
          </p:cNvPr>
          <p:cNvSpPr txBox="1"/>
          <p:nvPr/>
        </p:nvSpPr>
        <p:spPr>
          <a:xfrm>
            <a:off x="1576019" y="18132141"/>
            <a:ext cx="6646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Restoring momentum with PBC Hamiltonian</a:t>
            </a:r>
          </a:p>
        </p:txBody>
      </p:sp>
      <p:pic>
        <p:nvPicPr>
          <p:cNvPr id="36" name="Grafik 35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6C3180BE-E9CB-4258-D231-19AE185AE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2310" y="22561609"/>
            <a:ext cx="2771338" cy="1204614"/>
          </a:xfrm>
          <a:prstGeom prst="rect">
            <a:avLst/>
          </a:prstGeom>
        </p:spPr>
      </p:pic>
      <p:pic>
        <p:nvPicPr>
          <p:cNvPr id="38" name="Grafik 37" descr="Ein Bild, das Schrift, Handschrift, Kalligrafie, weiß enthält.&#10;&#10;KI-generierte Inhalte können fehlerhaft sein.">
            <a:extLst>
              <a:ext uri="{FF2B5EF4-FFF2-40B4-BE49-F238E27FC236}">
                <a16:creationId xmlns:a16="http://schemas.microsoft.com/office/drawing/2014/main" id="{9B87C816-2CE3-A5DE-B4DC-D62F0183C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7893" y="18845205"/>
            <a:ext cx="3502141" cy="451776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79E22C40-1A64-B3B8-4FA5-58836CB3D5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1148" y="18891671"/>
            <a:ext cx="2894741" cy="301054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6230BA93-0E42-F216-DAE6-FA0D26AA7CB1}"/>
              </a:ext>
            </a:extLst>
          </p:cNvPr>
          <p:cNvSpPr txBox="1"/>
          <p:nvPr/>
        </p:nvSpPr>
        <p:spPr>
          <a:xfrm>
            <a:off x="1584629" y="26754098"/>
            <a:ext cx="5893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Standing waves with OBC Hamiltonian</a:t>
            </a:r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C1015A38-7D9F-6542-9025-6F80C90987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0305" y="27511288"/>
            <a:ext cx="12192000" cy="4423144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729813E7-B067-4B1F-1A35-A2B2EC05FA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3502" y="12966233"/>
            <a:ext cx="3635146" cy="399865"/>
          </a:xfrm>
          <a:prstGeom prst="rect">
            <a:avLst/>
          </a:prstGeom>
        </p:spPr>
      </p:pic>
      <p:sp>
        <p:nvSpPr>
          <p:cNvPr id="45" name="Textfeld 44">
            <a:extLst>
              <a:ext uri="{FF2B5EF4-FFF2-40B4-BE49-F238E27FC236}">
                <a16:creationId xmlns:a16="http://schemas.microsoft.com/office/drawing/2014/main" id="{FC935DF6-5C4E-FF67-BC1A-EF9974F75D5E}"/>
              </a:ext>
            </a:extLst>
          </p:cNvPr>
          <p:cNvSpPr txBox="1"/>
          <p:nvPr/>
        </p:nvSpPr>
        <p:spPr>
          <a:xfrm>
            <a:off x="1594705" y="12938776"/>
            <a:ext cx="2083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Gauge freedom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CF5FE1B3-F628-93D2-1B20-50496943F089}"/>
                  </a:ext>
                </a:extLst>
              </p:cNvPr>
              <p:cNvSpPr txBox="1"/>
              <p:nvPr/>
            </p:nvSpPr>
            <p:spPr>
              <a:xfrm>
                <a:off x="4050300" y="16555547"/>
                <a:ext cx="44304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en-GB" sz="2000" noProof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CF5FE1B3-F628-93D2-1B20-50496943F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300" y="16555547"/>
                <a:ext cx="443047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feld 46">
                <a:extLst>
                  <a:ext uri="{FF2B5EF4-FFF2-40B4-BE49-F238E27FC236}">
                    <a16:creationId xmlns:a16="http://schemas.microsoft.com/office/drawing/2014/main" id="{AC0B68E4-253C-AB3D-3EF7-7A1D4D386606}"/>
                  </a:ext>
                </a:extLst>
              </p:cNvPr>
              <p:cNvSpPr txBox="1"/>
              <p:nvPr/>
            </p:nvSpPr>
            <p:spPr>
              <a:xfrm>
                <a:off x="4050299" y="17118543"/>
                <a:ext cx="44304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en-GB" sz="2000" noProof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7" name="Textfeld 46">
                <a:extLst>
                  <a:ext uri="{FF2B5EF4-FFF2-40B4-BE49-F238E27FC236}">
                    <a16:creationId xmlns:a16="http://schemas.microsoft.com/office/drawing/2014/main" id="{AC0B68E4-253C-AB3D-3EF7-7A1D4D386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299" y="17118543"/>
                <a:ext cx="443047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" name="Grafik 47" descr="Ein Bild, das Schrift, Reihe, Diagramm, weiß enthält.&#10;&#10;KI-generierte Inhalte können fehlerhaft sein.">
            <a:extLst>
              <a:ext uri="{FF2B5EF4-FFF2-40B4-BE49-F238E27FC236}">
                <a16:creationId xmlns:a16="http://schemas.microsoft.com/office/drawing/2014/main" id="{D3508E21-9B5E-77A8-946C-C11CEEE3F47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22713" y="11176485"/>
            <a:ext cx="3762969" cy="738483"/>
          </a:xfrm>
          <a:prstGeom prst="rect">
            <a:avLst/>
          </a:prstGeom>
        </p:spPr>
      </p:pic>
      <p:pic>
        <p:nvPicPr>
          <p:cNvPr id="49" name="Grafik 48" descr="Ein Bild, das Schrift, Text, Reihe, weiß enthält.&#10;&#10;KI-generierte Inhalte können fehlerhaft sein.">
            <a:extLst>
              <a:ext uri="{FF2B5EF4-FFF2-40B4-BE49-F238E27FC236}">
                <a16:creationId xmlns:a16="http://schemas.microsoft.com/office/drawing/2014/main" id="{44062940-EC32-11BC-16B4-D6108238A8B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50299" y="11957952"/>
            <a:ext cx="6331168" cy="845210"/>
          </a:xfrm>
          <a:prstGeom prst="rect">
            <a:avLst/>
          </a:prstGeom>
        </p:spPr>
      </p:pic>
      <p:pic>
        <p:nvPicPr>
          <p:cNvPr id="50" name="Grafik 49" descr="Ein Bild, das Text, Schrift, Reihe, weiß enthält.&#10;&#10;KI-generierte Inhalte können fehlerhaft sein.">
            <a:extLst>
              <a:ext uri="{FF2B5EF4-FFF2-40B4-BE49-F238E27FC236}">
                <a16:creationId xmlns:a16="http://schemas.microsoft.com/office/drawing/2014/main" id="{A72CF685-2D08-D43B-DF77-FDF09D09BD3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24337" y="15506315"/>
            <a:ext cx="6539001" cy="897477"/>
          </a:xfrm>
          <a:prstGeom prst="rect">
            <a:avLst/>
          </a:prstGeom>
        </p:spPr>
      </p:pic>
      <p:pic>
        <p:nvPicPr>
          <p:cNvPr id="51" name="Grafik 50" descr="Ein Bild, das Schrift, Typografie, Kalligrafie, Handschrift enthält.&#10;&#10;KI-generierte Inhalte können fehlerhaft sein.">
            <a:extLst>
              <a:ext uri="{FF2B5EF4-FFF2-40B4-BE49-F238E27FC236}">
                <a16:creationId xmlns:a16="http://schemas.microsoft.com/office/drawing/2014/main" id="{59FB046D-BFCA-A6EF-60CC-BF605B4A5BF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93347" y="16576446"/>
            <a:ext cx="1991245" cy="400240"/>
          </a:xfrm>
          <a:prstGeom prst="rect">
            <a:avLst/>
          </a:prstGeom>
        </p:spPr>
      </p:pic>
      <p:pic>
        <p:nvPicPr>
          <p:cNvPr id="52" name="Grafik 51" descr="Ein Bild, das Schrift, Handschrift, Typografie, Kalligrafie enthält.&#10;&#10;KI-generierte Inhalte können fehlerhaft sein.">
            <a:extLst>
              <a:ext uri="{FF2B5EF4-FFF2-40B4-BE49-F238E27FC236}">
                <a16:creationId xmlns:a16="http://schemas.microsoft.com/office/drawing/2014/main" id="{6A662F84-7D46-4B1B-F0D3-95F47798D94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59206" y="17073516"/>
            <a:ext cx="4117540" cy="518809"/>
          </a:xfrm>
          <a:prstGeom prst="rect">
            <a:avLst/>
          </a:prstGeom>
        </p:spPr>
      </p:pic>
      <p:sp>
        <p:nvSpPr>
          <p:cNvPr id="53" name="Textfeld 52">
            <a:extLst>
              <a:ext uri="{FF2B5EF4-FFF2-40B4-BE49-F238E27FC236}">
                <a16:creationId xmlns:a16="http://schemas.microsoft.com/office/drawing/2014/main" id="{E15C6EF4-B4ED-2DF4-F9AB-D163167991FB}"/>
              </a:ext>
            </a:extLst>
          </p:cNvPr>
          <p:cNvSpPr txBox="1"/>
          <p:nvPr/>
        </p:nvSpPr>
        <p:spPr>
          <a:xfrm>
            <a:off x="1589427" y="13683703"/>
            <a:ext cx="2210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Parametrization</a:t>
            </a:r>
            <a:endParaRPr lang="en-GB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B5401CA6-3200-F6CC-0A0E-0E3E298D76A9}"/>
              </a:ext>
            </a:extLst>
          </p:cNvPr>
          <p:cNvSpPr txBox="1"/>
          <p:nvPr/>
        </p:nvSpPr>
        <p:spPr>
          <a:xfrm>
            <a:off x="1592773" y="11198367"/>
            <a:ext cx="1752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 state</a:t>
            </a:r>
          </a:p>
        </p:txBody>
      </p:sp>
      <p:pic>
        <p:nvPicPr>
          <p:cNvPr id="57" name="Grafik 56" descr="Ein Bild, das Schrift, Typografie, Kalligrafie, Text enthält.&#10;&#10;KI-generierte Inhalte können fehlerhaft sein.">
            <a:extLst>
              <a:ext uri="{FF2B5EF4-FFF2-40B4-BE49-F238E27FC236}">
                <a16:creationId xmlns:a16="http://schemas.microsoft.com/office/drawing/2014/main" id="{3BADAE06-DADC-100F-07B0-B0271ABFF73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51631" y="13768946"/>
            <a:ext cx="1718448" cy="326505"/>
          </a:xfrm>
          <a:prstGeom prst="rect">
            <a:avLst/>
          </a:prstGeom>
        </p:spPr>
      </p:pic>
      <p:pic>
        <p:nvPicPr>
          <p:cNvPr id="58" name="Grafik 57">
            <a:extLst>
              <a:ext uri="{FF2B5EF4-FFF2-40B4-BE49-F238E27FC236}">
                <a16:creationId xmlns:a16="http://schemas.microsoft.com/office/drawing/2014/main" id="{3583CC7B-FFA3-B3A6-D858-30D97462068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61701" y="13751507"/>
            <a:ext cx="4488199" cy="330047"/>
          </a:xfrm>
          <a:prstGeom prst="rect">
            <a:avLst/>
          </a:prstGeom>
        </p:spPr>
      </p:pic>
      <p:sp>
        <p:nvSpPr>
          <p:cNvPr id="61" name="Textfeld 60">
            <a:extLst>
              <a:ext uri="{FF2B5EF4-FFF2-40B4-BE49-F238E27FC236}">
                <a16:creationId xmlns:a16="http://schemas.microsoft.com/office/drawing/2014/main" id="{D6DB9401-C4B5-E4B7-DD63-7C7132922FB2}"/>
              </a:ext>
            </a:extLst>
          </p:cNvPr>
          <p:cNvSpPr txBox="1"/>
          <p:nvPr/>
        </p:nvSpPr>
        <p:spPr>
          <a:xfrm>
            <a:off x="1592773" y="12112333"/>
            <a:ext cx="1945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Tangent space</a:t>
            </a:r>
          </a:p>
        </p:txBody>
      </p:sp>
      <p:pic>
        <p:nvPicPr>
          <p:cNvPr id="62" name="Grafik 61" descr="Ein Bild, das Diagramm, Plan, technische Zeichnung, Reihe enthält.&#10;&#10;KI-generierte Inhalte können fehlerhaft sein.">
            <a:extLst>
              <a:ext uri="{FF2B5EF4-FFF2-40B4-BE49-F238E27FC236}">
                <a16:creationId xmlns:a16="http://schemas.microsoft.com/office/drawing/2014/main" id="{8A0149E2-7FDC-BC65-99F5-D4EEEA60802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81977" y="14145368"/>
            <a:ext cx="5158405" cy="1289923"/>
          </a:xfrm>
          <a:prstGeom prst="rect">
            <a:avLst/>
          </a:prstGeom>
        </p:spPr>
      </p:pic>
      <p:pic>
        <p:nvPicPr>
          <p:cNvPr id="65" name="Grafik 64">
            <a:extLst>
              <a:ext uri="{FF2B5EF4-FFF2-40B4-BE49-F238E27FC236}">
                <a16:creationId xmlns:a16="http://schemas.microsoft.com/office/drawing/2014/main" id="{F4E66ABB-B238-6EBB-2DB6-EBDCB1D9E60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178309" y="34594724"/>
            <a:ext cx="5201677" cy="6858000"/>
          </a:xfrm>
          <a:prstGeom prst="rect">
            <a:avLst/>
          </a:prstGeom>
        </p:spPr>
      </p:pic>
      <p:sp>
        <p:nvSpPr>
          <p:cNvPr id="90" name="Textfeld 89">
            <a:extLst>
              <a:ext uri="{FF2B5EF4-FFF2-40B4-BE49-F238E27FC236}">
                <a16:creationId xmlns:a16="http://schemas.microsoft.com/office/drawing/2014/main" id="{9D8E7713-D85E-4C08-CC7C-4364470E7E6F}"/>
              </a:ext>
            </a:extLst>
          </p:cNvPr>
          <p:cNvSpPr txBox="1"/>
          <p:nvPr/>
        </p:nvSpPr>
        <p:spPr>
          <a:xfrm>
            <a:off x="6951844" y="4841900"/>
            <a:ext cx="14064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MPS</a:t>
            </a: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A3416088-6300-B4CD-0172-0627EE427A22}"/>
              </a:ext>
            </a:extLst>
          </p:cNvPr>
          <p:cNvSpPr txBox="1"/>
          <p:nvPr/>
        </p:nvSpPr>
        <p:spPr>
          <a:xfrm>
            <a:off x="21417798" y="4780039"/>
            <a:ext cx="24758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isoPEPS</a:t>
            </a:r>
            <a:endParaRPr lang="en-GB" sz="4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Grafik 40">
            <a:extLst>
              <a:ext uri="{FF2B5EF4-FFF2-40B4-BE49-F238E27FC236}">
                <a16:creationId xmlns:a16="http://schemas.microsoft.com/office/drawing/2014/main" id="{983525A2-0D53-4863-CCEC-D59AA31E13A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123919" y="31423551"/>
            <a:ext cx="2515398" cy="510881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1127093A-36A4-0262-DD20-BC2ECFF3554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123919" y="30954468"/>
            <a:ext cx="1598635" cy="469083"/>
          </a:xfrm>
          <a:prstGeom prst="rect">
            <a:avLst/>
          </a:prstGeom>
        </p:spPr>
      </p:pic>
      <p:pic>
        <p:nvPicPr>
          <p:cNvPr id="92" name="Grafik 91" descr="Ein Bild, das Clipart, Entwurf, Kreis, Design enthält.&#10;&#10;KI-generierte Inhalte können fehlerhaft sein.">
            <a:extLst>
              <a:ext uri="{FF2B5EF4-FFF2-40B4-BE49-F238E27FC236}">
                <a16:creationId xmlns:a16="http://schemas.microsoft.com/office/drawing/2014/main" id="{59D5C300-FC95-57BA-5FF9-EA4C40E71CD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3178309" y="6984692"/>
            <a:ext cx="1342862" cy="1088219"/>
          </a:xfrm>
          <a:prstGeom prst="rect">
            <a:avLst/>
          </a:prstGeom>
        </p:spPr>
      </p:pic>
      <p:pic>
        <p:nvPicPr>
          <p:cNvPr id="93" name="Grafik 92" descr="Ein Bild, das Kreis, Clipart, Entwurf, Design enthält.&#10;&#10;KI-generierte Inhalte können fehlerhaft sein.">
            <a:extLst>
              <a:ext uri="{FF2B5EF4-FFF2-40B4-BE49-F238E27FC236}">
                <a16:creationId xmlns:a16="http://schemas.microsoft.com/office/drawing/2014/main" id="{6094A331-EBDF-7277-282F-6864C469B6C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6722914" y="6957313"/>
            <a:ext cx="1342862" cy="1075583"/>
          </a:xfrm>
          <a:prstGeom prst="rect">
            <a:avLst/>
          </a:prstGeom>
        </p:spPr>
      </p:pic>
      <p:pic>
        <p:nvPicPr>
          <p:cNvPr id="94" name="Grafik 93" descr="Ein Bild, das Diagramm, Reihe, Symbol, Grafiken enthält.&#10;&#10;KI-generierte Inhalte können fehlerhaft sein.">
            <a:extLst>
              <a:ext uri="{FF2B5EF4-FFF2-40B4-BE49-F238E27FC236}">
                <a16:creationId xmlns:a16="http://schemas.microsoft.com/office/drawing/2014/main" id="{736FA81A-16A2-E921-2B1E-579653839DE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4836922" y="5914126"/>
            <a:ext cx="1700771" cy="974095"/>
          </a:xfrm>
          <a:prstGeom prst="rect">
            <a:avLst/>
          </a:prstGeom>
        </p:spPr>
      </p:pic>
      <p:pic>
        <p:nvPicPr>
          <p:cNvPr id="95" name="Grafik 94" descr="Ein Bild, das Grafiken, Symbol, Clipart, Grafikdesign enthält.&#10;&#10;KI-generierte Inhalte können fehlerhaft sein.">
            <a:extLst>
              <a:ext uri="{FF2B5EF4-FFF2-40B4-BE49-F238E27FC236}">
                <a16:creationId xmlns:a16="http://schemas.microsoft.com/office/drawing/2014/main" id="{2890620E-C452-5DAE-1247-24F4AC1B1FD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836922" y="7008058"/>
            <a:ext cx="1570241" cy="974094"/>
          </a:xfrm>
          <a:prstGeom prst="rect">
            <a:avLst/>
          </a:prstGeom>
        </p:spPr>
      </p:pic>
      <p:pic>
        <p:nvPicPr>
          <p:cNvPr id="96" name="Grafik 95" descr="Ein Bild, das Diagramm, Reihe, Symbol, Design enthält.&#10;&#10;KI-generierte Inhalte können fehlerhaft sein.">
            <a:extLst>
              <a:ext uri="{FF2B5EF4-FFF2-40B4-BE49-F238E27FC236}">
                <a16:creationId xmlns:a16="http://schemas.microsoft.com/office/drawing/2014/main" id="{73E25601-EFFA-EF94-ED08-4E31B774F69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4836922" y="8115915"/>
            <a:ext cx="1755319" cy="974095"/>
          </a:xfrm>
          <a:prstGeom prst="rect">
            <a:avLst/>
          </a:prstGeom>
        </p:spPr>
      </p:pic>
      <p:pic>
        <p:nvPicPr>
          <p:cNvPr id="97" name="Grafik 96" descr="Ein Bild, das Schrift, Typografie, Kalligrafie, weiß enthält.&#10;&#10;KI-generierte Inhalte können fehlerhaft sein.">
            <a:extLst>
              <a:ext uri="{FF2B5EF4-FFF2-40B4-BE49-F238E27FC236}">
                <a16:creationId xmlns:a16="http://schemas.microsoft.com/office/drawing/2014/main" id="{7DE2F35E-183A-6EC5-4189-AF6EE0EC88D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6900453" y="7137652"/>
            <a:ext cx="2003880" cy="398972"/>
          </a:xfrm>
          <a:prstGeom prst="rect">
            <a:avLst/>
          </a:prstGeom>
        </p:spPr>
      </p:pic>
      <p:pic>
        <p:nvPicPr>
          <p:cNvPr id="98" name="Grafik 97" descr="Ein Bild, das Symmetrie, Reihe, Design enthält.&#10;&#10;KI-generierte Inhalte können fehlerhaft sein.">
            <a:extLst>
              <a:ext uri="{FF2B5EF4-FFF2-40B4-BE49-F238E27FC236}">
                <a16:creationId xmlns:a16="http://schemas.microsoft.com/office/drawing/2014/main" id="{C8502311-F731-D954-E320-D8E4400C993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9166433" y="5934105"/>
            <a:ext cx="2753468" cy="3205037"/>
          </a:xfrm>
          <a:prstGeom prst="rect">
            <a:avLst/>
          </a:prstGeom>
        </p:spPr>
      </p:pic>
      <p:pic>
        <p:nvPicPr>
          <p:cNvPr id="99" name="Grafik 98" descr="Ein Bild, das Schrift, Symbol, Logo, Grafiken enthält.&#10;&#10;KI-generierte Inhalte können fehlerhaft sein.">
            <a:extLst>
              <a:ext uri="{FF2B5EF4-FFF2-40B4-BE49-F238E27FC236}">
                <a16:creationId xmlns:a16="http://schemas.microsoft.com/office/drawing/2014/main" id="{589C9762-CF16-AB64-7042-12A31337595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3274151" y="8055807"/>
            <a:ext cx="472867" cy="236197"/>
          </a:xfrm>
          <a:prstGeom prst="rect">
            <a:avLst/>
          </a:prstGeom>
        </p:spPr>
      </p:pic>
      <p:pic>
        <p:nvPicPr>
          <p:cNvPr id="100" name="Grafik 99" descr="Ein Bild, das Text, Schrift, Handschrift, Reihe enthält.&#10;&#10;KI-generierte Inhalte können fehlerhaft sein.">
            <a:extLst>
              <a:ext uri="{FF2B5EF4-FFF2-40B4-BE49-F238E27FC236}">
                <a16:creationId xmlns:a16="http://schemas.microsoft.com/office/drawing/2014/main" id="{FE4B43FC-F247-9222-DD3F-051EE8AE9D5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4634100" y="9163012"/>
            <a:ext cx="1452632" cy="279631"/>
          </a:xfrm>
          <a:prstGeom prst="rect">
            <a:avLst/>
          </a:prstGeom>
        </p:spPr>
      </p:pic>
      <p:pic>
        <p:nvPicPr>
          <p:cNvPr id="101" name="Grafik 100">
            <a:extLst>
              <a:ext uri="{FF2B5EF4-FFF2-40B4-BE49-F238E27FC236}">
                <a16:creationId xmlns:a16="http://schemas.microsoft.com/office/drawing/2014/main" id="{26626416-D38B-9790-837C-A85F47EB32E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6178392" y="10540933"/>
            <a:ext cx="12954708" cy="4269824"/>
          </a:xfrm>
          <a:prstGeom prst="rect">
            <a:avLst/>
          </a:prstGeom>
        </p:spPr>
      </p:pic>
      <p:pic>
        <p:nvPicPr>
          <p:cNvPr id="102" name="Grafik 101">
            <a:extLst>
              <a:ext uri="{FF2B5EF4-FFF2-40B4-BE49-F238E27FC236}">
                <a16:creationId xmlns:a16="http://schemas.microsoft.com/office/drawing/2014/main" id="{DE480379-8319-403E-FED3-405621DF7756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6291202" y="16023225"/>
            <a:ext cx="4328980" cy="2659079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549FAA76-19E0-BD28-BF49-DC9A025DFA45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1842559" y="16155639"/>
            <a:ext cx="3423760" cy="2337149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8B3E8B21-2B81-4778-C96D-9F611BA3B779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7365117" y="20123859"/>
            <a:ext cx="9375160" cy="3100251"/>
          </a:xfrm>
          <a:prstGeom prst="rect">
            <a:avLst/>
          </a:prstGeom>
        </p:spPr>
      </p:pic>
      <p:sp>
        <p:nvSpPr>
          <p:cNvPr id="109" name="Textfeld 108">
            <a:extLst>
              <a:ext uri="{FF2B5EF4-FFF2-40B4-BE49-F238E27FC236}">
                <a16:creationId xmlns:a16="http://schemas.microsoft.com/office/drawing/2014/main" id="{A132551E-6C33-9CDA-A373-78880FB5522F}"/>
              </a:ext>
            </a:extLst>
          </p:cNvPr>
          <p:cNvSpPr txBox="1"/>
          <p:nvPr/>
        </p:nvSpPr>
        <p:spPr>
          <a:xfrm>
            <a:off x="16670695" y="20946536"/>
            <a:ext cx="613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</a:p>
        </p:txBody>
      </p:sp>
      <p:pic>
        <p:nvPicPr>
          <p:cNvPr id="110" name="Grafik 109" descr="Ein Bild, das Schrift, weiß, Kalligrafie, Text enthält.&#10;&#10;KI-generierte Inhalte können fehlerhaft sein.">
            <a:extLst>
              <a:ext uri="{FF2B5EF4-FFF2-40B4-BE49-F238E27FC236}">
                <a16:creationId xmlns:a16="http://schemas.microsoft.com/office/drawing/2014/main" id="{54E99268-79B9-CF84-D19F-76E4309F3AD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1539622" y="19516885"/>
            <a:ext cx="1230136" cy="328737"/>
          </a:xfrm>
          <a:prstGeom prst="rect">
            <a:avLst/>
          </a:prstGeom>
        </p:spPr>
      </p:pic>
      <p:pic>
        <p:nvPicPr>
          <p:cNvPr id="111" name="Grafik 110" descr="Ein Bild, das Diagramm, Schrift, Reihe, Origami enthält.&#10;&#10;KI-generierte Inhalte können fehlerhaft sein.">
            <a:extLst>
              <a:ext uri="{FF2B5EF4-FFF2-40B4-BE49-F238E27FC236}">
                <a16:creationId xmlns:a16="http://schemas.microsoft.com/office/drawing/2014/main" id="{A0865EB3-3107-70E7-C0DA-E371A6DD4232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7365117" y="18917514"/>
            <a:ext cx="3378564" cy="1079414"/>
          </a:xfrm>
          <a:prstGeom prst="rect">
            <a:avLst/>
          </a:prstGeom>
        </p:spPr>
      </p:pic>
      <p:pic>
        <p:nvPicPr>
          <p:cNvPr id="112" name="Grafik 111" descr="Ein Bild, das Schrift, Typografie, Kalligrafie, Handschrift enthält.&#10;&#10;KI-generierte Inhalte können fehlerhaft sein.">
            <a:extLst>
              <a:ext uri="{FF2B5EF4-FFF2-40B4-BE49-F238E27FC236}">
                <a16:creationId xmlns:a16="http://schemas.microsoft.com/office/drawing/2014/main" id="{7008AA46-188E-CD10-94BF-E13F6DA7EE09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1108560" y="19105545"/>
            <a:ext cx="2264606" cy="32836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481DE60C-5AE2-0163-5FA1-739431844E53}"/>
              </a:ext>
            </a:extLst>
          </p:cNvPr>
          <p:cNvSpPr txBox="1"/>
          <p:nvPr/>
        </p:nvSpPr>
        <p:spPr>
          <a:xfrm>
            <a:off x="16670695" y="19218803"/>
            <a:ext cx="613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</a:p>
        </p:txBody>
      </p:sp>
      <p:sp>
        <p:nvSpPr>
          <p:cNvPr id="115" name="Textfeld 114">
            <a:extLst>
              <a:ext uri="{FF2B5EF4-FFF2-40B4-BE49-F238E27FC236}">
                <a16:creationId xmlns:a16="http://schemas.microsoft.com/office/drawing/2014/main" id="{5028E33B-26D1-FAA7-4F1E-EFE12B44B601}"/>
              </a:ext>
            </a:extLst>
          </p:cNvPr>
          <p:cNvSpPr txBox="1"/>
          <p:nvPr/>
        </p:nvSpPr>
        <p:spPr>
          <a:xfrm>
            <a:off x="16181324" y="15231839"/>
            <a:ext cx="6428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b</a:t>
            </a:r>
            <a:r>
              <a:rPr lang="en-GB" sz="2800" u="sng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ulk</a:t>
            </a:r>
            <a:r>
              <a:rPr lang="en-GB" sz="2800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-weighted boundary compression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feld 116">
                <a:extLst>
                  <a:ext uri="{FF2B5EF4-FFF2-40B4-BE49-F238E27FC236}">
                    <a16:creationId xmlns:a16="http://schemas.microsoft.com/office/drawing/2014/main" id="{150CF8CF-3908-4DEC-418C-716CB49C173E}"/>
                  </a:ext>
                </a:extLst>
              </p:cNvPr>
              <p:cNvSpPr txBox="1"/>
              <p:nvPr/>
            </p:nvSpPr>
            <p:spPr>
              <a:xfrm>
                <a:off x="16178392" y="9830457"/>
                <a:ext cx="39848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u="sng" noProof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Ground state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i="1" u="sng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sz="2800" b="0" i="1" u="sng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DMRG</m:t>
                        </m:r>
                      </m:e>
                      <m:sup>
                        <m:r>
                          <a:rPr lang="en-GB" sz="2800" b="0" i="1" u="sng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2800" u="sng" noProof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Textfeld 116">
                <a:extLst>
                  <a:ext uri="{FF2B5EF4-FFF2-40B4-BE49-F238E27FC236}">
                    <a16:creationId xmlns:a16="http://schemas.microsoft.com/office/drawing/2014/main" id="{150CF8CF-3908-4DEC-418C-716CB49C1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8392" y="9830457"/>
                <a:ext cx="3984810" cy="523220"/>
              </a:xfrm>
              <a:prstGeom prst="rect">
                <a:avLst/>
              </a:prstGeom>
              <a:blipFill>
                <a:blip r:embed="rId39"/>
                <a:stretch>
                  <a:fillRect l="-2540" t="-14286" b="-309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Textfeld 117">
            <a:extLst>
              <a:ext uri="{FF2B5EF4-FFF2-40B4-BE49-F238E27FC236}">
                <a16:creationId xmlns:a16="http://schemas.microsoft.com/office/drawing/2014/main" id="{092AFBC5-3EA6-0D76-157C-B25CDCBB3E86}"/>
              </a:ext>
            </a:extLst>
          </p:cNvPr>
          <p:cNvSpPr txBox="1"/>
          <p:nvPr/>
        </p:nvSpPr>
        <p:spPr>
          <a:xfrm>
            <a:off x="16304727" y="23575239"/>
            <a:ext cx="5267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q</a:t>
            </a:r>
            <a:r>
              <a:rPr lang="en-GB" sz="2800" u="sng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uasiparticle</a:t>
            </a:r>
            <a:r>
              <a:rPr lang="en-GB" sz="2800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excitation ansatz</a:t>
            </a:r>
          </a:p>
        </p:txBody>
      </p:sp>
      <p:pic>
        <p:nvPicPr>
          <p:cNvPr id="119" name="Grafik 118" descr="Ein Bild, das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8F80F604-91C6-7065-EB20-1F270403CE7A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4168954" y="30311817"/>
            <a:ext cx="4641247" cy="141415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Textfeld 119">
                <a:extLst>
                  <a:ext uri="{FF2B5EF4-FFF2-40B4-BE49-F238E27FC236}">
                    <a16:creationId xmlns:a16="http://schemas.microsoft.com/office/drawing/2014/main" id="{B6A9236F-950B-A326-E75E-45D9E8740544}"/>
                  </a:ext>
                </a:extLst>
              </p:cNvPr>
              <p:cNvSpPr txBox="1"/>
              <p:nvPr/>
            </p:nvSpPr>
            <p:spPr>
              <a:xfrm>
                <a:off x="24093731" y="31897390"/>
                <a:ext cx="3754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en-GB" sz="2000" noProof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0" name="Textfeld 119">
                <a:extLst>
                  <a:ext uri="{FF2B5EF4-FFF2-40B4-BE49-F238E27FC236}">
                    <a16:creationId xmlns:a16="http://schemas.microsoft.com/office/drawing/2014/main" id="{B6A9236F-950B-A326-E75E-45D9E8740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93731" y="31897390"/>
                <a:ext cx="375404" cy="400110"/>
              </a:xfrm>
              <a:prstGeom prst="rect">
                <a:avLst/>
              </a:prstGeom>
              <a:blipFill>
                <a:blip r:embed="rId41"/>
                <a:stretch>
                  <a:fillRect r="-32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Textfeld 120">
                <a:extLst>
                  <a:ext uri="{FF2B5EF4-FFF2-40B4-BE49-F238E27FC236}">
                    <a16:creationId xmlns:a16="http://schemas.microsoft.com/office/drawing/2014/main" id="{D16936D9-8386-09B6-805E-A5DB32018DD2}"/>
                  </a:ext>
                </a:extLst>
              </p:cNvPr>
              <p:cNvSpPr txBox="1"/>
              <p:nvPr/>
            </p:nvSpPr>
            <p:spPr>
              <a:xfrm>
                <a:off x="24093730" y="32387900"/>
                <a:ext cx="3754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en-GB" sz="2000" noProof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1" name="Textfeld 120">
                <a:extLst>
                  <a:ext uri="{FF2B5EF4-FFF2-40B4-BE49-F238E27FC236}">
                    <a16:creationId xmlns:a16="http://schemas.microsoft.com/office/drawing/2014/main" id="{D16936D9-8386-09B6-805E-A5DB32018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93730" y="32387900"/>
                <a:ext cx="375404" cy="400110"/>
              </a:xfrm>
              <a:prstGeom prst="rect">
                <a:avLst/>
              </a:prstGeom>
              <a:blipFill>
                <a:blip r:embed="rId42"/>
                <a:stretch>
                  <a:fillRect r="-32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2" name="Grafik 121" descr="Ein Bild, das Diagramm, Grafikdesign, Grafiken enthält.&#10;&#10;KI-generierte Inhalte können fehlerhaft sein.">
            <a:extLst>
              <a:ext uri="{FF2B5EF4-FFF2-40B4-BE49-F238E27FC236}">
                <a16:creationId xmlns:a16="http://schemas.microsoft.com/office/drawing/2014/main" id="{C49C13BD-3194-B6C6-CA4E-3C929E1E0198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8503522" y="30520135"/>
            <a:ext cx="5118028" cy="13089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Textfeld 122">
                <a:extLst>
                  <a:ext uri="{FF2B5EF4-FFF2-40B4-BE49-F238E27FC236}">
                    <a16:creationId xmlns:a16="http://schemas.microsoft.com/office/drawing/2014/main" id="{2B5FE457-FC65-A9C0-33FE-44BC6281F1AE}"/>
                  </a:ext>
                </a:extLst>
              </p:cNvPr>
              <p:cNvSpPr txBox="1"/>
              <p:nvPr/>
            </p:nvSpPr>
            <p:spPr>
              <a:xfrm>
                <a:off x="18453666" y="31840214"/>
                <a:ext cx="3754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en-GB" sz="2000" noProof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3" name="Textfeld 122">
                <a:extLst>
                  <a:ext uri="{FF2B5EF4-FFF2-40B4-BE49-F238E27FC236}">
                    <a16:creationId xmlns:a16="http://schemas.microsoft.com/office/drawing/2014/main" id="{2B5FE457-FC65-A9C0-33FE-44BC6281F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3666" y="31840214"/>
                <a:ext cx="375404" cy="400110"/>
              </a:xfrm>
              <a:prstGeom prst="rect">
                <a:avLst/>
              </a:prstGeom>
              <a:blipFill>
                <a:blip r:embed="rId44"/>
                <a:stretch>
                  <a:fillRect r="-32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Textfeld 123">
                <a:extLst>
                  <a:ext uri="{FF2B5EF4-FFF2-40B4-BE49-F238E27FC236}">
                    <a16:creationId xmlns:a16="http://schemas.microsoft.com/office/drawing/2014/main" id="{A451849C-EA83-42A2-A18B-62B0EC0B55C6}"/>
                  </a:ext>
                </a:extLst>
              </p:cNvPr>
              <p:cNvSpPr txBox="1"/>
              <p:nvPr/>
            </p:nvSpPr>
            <p:spPr>
              <a:xfrm>
                <a:off x="18453666" y="32356373"/>
                <a:ext cx="3754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en-GB" sz="2000" noProof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4" name="Textfeld 123">
                <a:extLst>
                  <a:ext uri="{FF2B5EF4-FFF2-40B4-BE49-F238E27FC236}">
                    <a16:creationId xmlns:a16="http://schemas.microsoft.com/office/drawing/2014/main" id="{A451849C-EA83-42A2-A18B-62B0EC0B5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3666" y="32356373"/>
                <a:ext cx="375404" cy="400110"/>
              </a:xfrm>
              <a:prstGeom prst="rect">
                <a:avLst/>
              </a:prstGeom>
              <a:blipFill>
                <a:blip r:embed="rId45"/>
                <a:stretch>
                  <a:fillRect r="-32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Textfeld 124">
                <a:extLst>
                  <a:ext uri="{FF2B5EF4-FFF2-40B4-BE49-F238E27FC236}">
                    <a16:creationId xmlns:a16="http://schemas.microsoft.com/office/drawing/2014/main" id="{BCA95BBE-DDAC-63AD-6900-04EDEB5C337B}"/>
                  </a:ext>
                </a:extLst>
              </p:cNvPr>
              <p:cNvSpPr txBox="1"/>
              <p:nvPr/>
            </p:nvSpPr>
            <p:spPr>
              <a:xfrm>
                <a:off x="18453666" y="32824692"/>
                <a:ext cx="3754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en-GB" sz="2000" noProof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5" name="Textfeld 124">
                <a:extLst>
                  <a:ext uri="{FF2B5EF4-FFF2-40B4-BE49-F238E27FC236}">
                    <a16:creationId xmlns:a16="http://schemas.microsoft.com/office/drawing/2014/main" id="{BCA95BBE-DDAC-63AD-6900-04EDEB5C3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3666" y="32824692"/>
                <a:ext cx="375404" cy="400110"/>
              </a:xfrm>
              <a:prstGeom prst="rect">
                <a:avLst/>
              </a:prstGeom>
              <a:blipFill>
                <a:blip r:embed="rId42"/>
                <a:stretch>
                  <a:fillRect r="-32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9" name="Grafik 128">
            <a:extLst>
              <a:ext uri="{FF2B5EF4-FFF2-40B4-BE49-F238E27FC236}">
                <a16:creationId xmlns:a16="http://schemas.microsoft.com/office/drawing/2014/main" id="{032BE24D-2B77-5639-46B2-520D65C5386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8817724" y="31868585"/>
            <a:ext cx="1963803" cy="368397"/>
          </a:xfrm>
          <a:prstGeom prst="rect">
            <a:avLst/>
          </a:prstGeom>
        </p:spPr>
      </p:pic>
      <p:pic>
        <p:nvPicPr>
          <p:cNvPr id="130" name="Grafik 129">
            <a:extLst>
              <a:ext uri="{FF2B5EF4-FFF2-40B4-BE49-F238E27FC236}">
                <a16:creationId xmlns:a16="http://schemas.microsoft.com/office/drawing/2014/main" id="{62E682F7-85B3-BE3A-84EB-3951C84AA93E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8895731" y="32356373"/>
            <a:ext cx="2462998" cy="399006"/>
          </a:xfrm>
          <a:prstGeom prst="rect">
            <a:avLst/>
          </a:prstGeom>
        </p:spPr>
      </p:pic>
      <p:pic>
        <p:nvPicPr>
          <p:cNvPr id="131" name="Grafik 130">
            <a:extLst>
              <a:ext uri="{FF2B5EF4-FFF2-40B4-BE49-F238E27FC236}">
                <a16:creationId xmlns:a16="http://schemas.microsoft.com/office/drawing/2014/main" id="{B9AC8310-D35A-A1FA-D445-20BD593388B3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8895730" y="32824692"/>
            <a:ext cx="4697230" cy="460329"/>
          </a:xfrm>
          <a:prstGeom prst="rect">
            <a:avLst/>
          </a:prstGeom>
        </p:spPr>
      </p:pic>
      <p:pic>
        <p:nvPicPr>
          <p:cNvPr id="132" name="Grafik 131" descr="Ein Bild, das Schrift, Typografie, Kalligrafie, Handschrift enthält.&#10;&#10;KI-generierte Inhalte können fehlerhaft sein.">
            <a:extLst>
              <a:ext uri="{FF2B5EF4-FFF2-40B4-BE49-F238E27FC236}">
                <a16:creationId xmlns:a16="http://schemas.microsoft.com/office/drawing/2014/main" id="{670BE3A7-0190-8158-82E7-2A8F3104A7E4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4474882" y="31906522"/>
            <a:ext cx="1713291" cy="409682"/>
          </a:xfrm>
          <a:prstGeom prst="rect">
            <a:avLst/>
          </a:prstGeom>
        </p:spPr>
      </p:pic>
      <p:pic>
        <p:nvPicPr>
          <p:cNvPr id="133" name="Grafik 132">
            <a:extLst>
              <a:ext uri="{FF2B5EF4-FFF2-40B4-BE49-F238E27FC236}">
                <a16:creationId xmlns:a16="http://schemas.microsoft.com/office/drawing/2014/main" id="{9EC4A7A0-3FCE-471F-697D-90452873C4CD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4506593" y="32404612"/>
            <a:ext cx="3669951" cy="403694"/>
          </a:xfrm>
          <a:prstGeom prst="rect">
            <a:avLst/>
          </a:prstGeom>
        </p:spPr>
      </p:pic>
      <p:sp>
        <p:nvSpPr>
          <p:cNvPr id="134" name="Textfeld 133">
            <a:extLst>
              <a:ext uri="{FF2B5EF4-FFF2-40B4-BE49-F238E27FC236}">
                <a16:creationId xmlns:a16="http://schemas.microsoft.com/office/drawing/2014/main" id="{2E951CAB-1738-3C28-CF38-1F4ACD979976}"/>
              </a:ext>
            </a:extLst>
          </p:cNvPr>
          <p:cNvSpPr txBox="1"/>
          <p:nvPr/>
        </p:nvSpPr>
        <p:spPr>
          <a:xfrm>
            <a:off x="16275611" y="33959404"/>
            <a:ext cx="5911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Diagonalizing the effective Hamiltonian</a:t>
            </a:r>
          </a:p>
        </p:txBody>
      </p:sp>
      <p:pic>
        <p:nvPicPr>
          <p:cNvPr id="143" name="Grafik 142" descr="Ein Bild, das Schrift, Typografie, Kalligrafie, weiß enthält.&#10;&#10;KI-generierte Inhalte können fehlerhaft sein.">
            <a:extLst>
              <a:ext uri="{FF2B5EF4-FFF2-40B4-BE49-F238E27FC236}">
                <a16:creationId xmlns:a16="http://schemas.microsoft.com/office/drawing/2014/main" id="{855DF7A6-2CEE-FFD8-80A5-B9F745EA32F6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8706674" y="25224636"/>
            <a:ext cx="1699713" cy="358640"/>
          </a:xfrm>
          <a:prstGeom prst="rect">
            <a:avLst/>
          </a:prstGeom>
        </p:spPr>
      </p:pic>
      <p:pic>
        <p:nvPicPr>
          <p:cNvPr id="144" name="Grafik 143" descr="Ein Bild, das Reihe, Muster enthält.&#10;&#10;KI-generierte Inhalte können fehlerhaft sein.">
            <a:extLst>
              <a:ext uri="{FF2B5EF4-FFF2-40B4-BE49-F238E27FC236}">
                <a16:creationId xmlns:a16="http://schemas.microsoft.com/office/drawing/2014/main" id="{BB93F2F5-6BDF-8E88-3731-F23AAD62BC27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20419900" y="24288842"/>
            <a:ext cx="7104107" cy="2441274"/>
          </a:xfrm>
          <a:prstGeom prst="rect">
            <a:avLst/>
          </a:prstGeom>
        </p:spPr>
      </p:pic>
      <p:pic>
        <p:nvPicPr>
          <p:cNvPr id="145" name="Grafik 144">
            <a:extLst>
              <a:ext uri="{FF2B5EF4-FFF2-40B4-BE49-F238E27FC236}">
                <a16:creationId xmlns:a16="http://schemas.microsoft.com/office/drawing/2014/main" id="{4ED12A50-4143-891A-12E7-B193C55F881A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8697906" y="29866804"/>
            <a:ext cx="7306667" cy="390906"/>
          </a:xfrm>
          <a:prstGeom prst="rect">
            <a:avLst/>
          </a:prstGeom>
        </p:spPr>
      </p:pic>
      <p:pic>
        <p:nvPicPr>
          <p:cNvPr id="146" name="Grafik 145">
            <a:extLst>
              <a:ext uri="{FF2B5EF4-FFF2-40B4-BE49-F238E27FC236}">
                <a16:creationId xmlns:a16="http://schemas.microsoft.com/office/drawing/2014/main" id="{6BF0FC95-8EF0-63AB-DE18-AD70FE4BDB1F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8503521" y="29893252"/>
            <a:ext cx="1379067" cy="312515"/>
          </a:xfrm>
          <a:prstGeom prst="rect">
            <a:avLst/>
          </a:prstGeom>
        </p:spPr>
      </p:pic>
      <p:pic>
        <p:nvPicPr>
          <p:cNvPr id="148" name="Grafik 147" descr="Ein Bild, das Schrift, weiß, Typografie, Design enthält.&#10;&#10;KI-generierte Inhalte können fehlerhaft sein.">
            <a:extLst>
              <a:ext uri="{FF2B5EF4-FFF2-40B4-BE49-F238E27FC236}">
                <a16:creationId xmlns:a16="http://schemas.microsoft.com/office/drawing/2014/main" id="{9C0705A4-6EE4-8083-8FAC-D9A979508014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2540270" y="6753156"/>
            <a:ext cx="1114252" cy="464659"/>
          </a:xfrm>
          <a:prstGeom prst="rect">
            <a:avLst/>
          </a:prstGeom>
        </p:spPr>
      </p:pic>
      <p:sp>
        <p:nvSpPr>
          <p:cNvPr id="149" name="Textfeld 148">
            <a:extLst>
              <a:ext uri="{FF2B5EF4-FFF2-40B4-BE49-F238E27FC236}">
                <a16:creationId xmlns:a16="http://schemas.microsoft.com/office/drawing/2014/main" id="{988CF9BE-DAA1-8239-11B8-00F2C74F4841}"/>
              </a:ext>
            </a:extLst>
          </p:cNvPr>
          <p:cNvSpPr txBox="1"/>
          <p:nvPr/>
        </p:nvSpPr>
        <p:spPr>
          <a:xfrm>
            <a:off x="2463425" y="7700296"/>
            <a:ext cx="5050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>
                <a:solidFill>
                  <a:srgbClr val="9437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Tangent space</a:t>
            </a:r>
          </a:p>
        </p:txBody>
      </p:sp>
      <p:sp>
        <p:nvSpPr>
          <p:cNvPr id="150" name="Textfeld 149">
            <a:extLst>
              <a:ext uri="{FF2B5EF4-FFF2-40B4-BE49-F238E27FC236}">
                <a16:creationId xmlns:a16="http://schemas.microsoft.com/office/drawing/2014/main" id="{8337AA7D-EF37-3E74-8CA9-5D982E7EF100}"/>
              </a:ext>
            </a:extLst>
          </p:cNvPr>
          <p:cNvSpPr txBox="1"/>
          <p:nvPr/>
        </p:nvSpPr>
        <p:spPr>
          <a:xfrm>
            <a:off x="2490874" y="6259938"/>
            <a:ext cx="3896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Manifold</a:t>
            </a:r>
          </a:p>
        </p:txBody>
      </p:sp>
      <p:pic>
        <p:nvPicPr>
          <p:cNvPr id="151" name="Grafik 150" descr="Ein Bild, das Diagramm, Design enthält.&#10;&#10;KI-generierte Inhalte können fehlerhaft sein.">
            <a:extLst>
              <a:ext uri="{FF2B5EF4-FFF2-40B4-BE49-F238E27FC236}">
                <a16:creationId xmlns:a16="http://schemas.microsoft.com/office/drawing/2014/main" id="{7D3E1F04-0931-7C03-600E-08B90FDA838C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9159174" y="5889289"/>
            <a:ext cx="4599280" cy="4048662"/>
          </a:xfrm>
          <a:prstGeom prst="rect">
            <a:avLst/>
          </a:prstGeom>
        </p:spPr>
      </p:pic>
      <p:pic>
        <p:nvPicPr>
          <p:cNvPr id="152" name="Grafik 151" descr="Ein Bild, das Diagramm, Reihe, Schrift, Entwurf enthält.&#10;&#10;KI-generierte Inhalte können fehlerhaft sein.">
            <a:extLst>
              <a:ext uri="{FF2B5EF4-FFF2-40B4-BE49-F238E27FC236}">
                <a16:creationId xmlns:a16="http://schemas.microsoft.com/office/drawing/2014/main" id="{094D77D3-26EC-B1C5-5123-AE511B9E656C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3706205" y="6715079"/>
            <a:ext cx="2182712" cy="769102"/>
          </a:xfrm>
          <a:prstGeom prst="rect">
            <a:avLst/>
          </a:prstGeom>
        </p:spPr>
      </p:pic>
      <p:pic>
        <p:nvPicPr>
          <p:cNvPr id="153" name="Grafik 152" descr="Ein Bild, das Schrift, Text, weiß, Typografie enthält.&#10;&#10;KI-generierte Inhalte können fehlerhaft sein.">
            <a:extLst>
              <a:ext uri="{FF2B5EF4-FFF2-40B4-BE49-F238E27FC236}">
                <a16:creationId xmlns:a16="http://schemas.microsoft.com/office/drawing/2014/main" id="{3A19CB73-2CF7-9B88-DD35-8F5AFA869585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2540270" y="8150194"/>
            <a:ext cx="4598818" cy="731212"/>
          </a:xfrm>
          <a:prstGeom prst="rect">
            <a:avLst/>
          </a:prstGeom>
        </p:spPr>
      </p:pic>
      <p:pic>
        <p:nvPicPr>
          <p:cNvPr id="154" name="Grafik 153" descr="Ein Bild, das Schrift, Reihe, Diagramm, weiß enthält.&#10;&#10;KI-generierte Inhalte können fehlerhaft sein.">
            <a:extLst>
              <a:ext uri="{FF2B5EF4-FFF2-40B4-BE49-F238E27FC236}">
                <a16:creationId xmlns:a16="http://schemas.microsoft.com/office/drawing/2014/main" id="{4992508E-1EA1-7B14-0BB6-224360B0EBDA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3682972" y="9020420"/>
            <a:ext cx="5050383" cy="8307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Textfeld 154">
                <a:extLst>
                  <a:ext uri="{FF2B5EF4-FFF2-40B4-BE49-F238E27FC236}">
                    <a16:creationId xmlns:a16="http://schemas.microsoft.com/office/drawing/2014/main" id="{E847EA74-E962-C81A-0FE2-354CA50B2F8A}"/>
                  </a:ext>
                </a:extLst>
              </p:cNvPr>
              <p:cNvSpPr txBox="1"/>
              <p:nvPr/>
            </p:nvSpPr>
            <p:spPr>
              <a:xfrm>
                <a:off x="6039932" y="6806626"/>
                <a:ext cx="653228" cy="379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en-GB" i="1" noProof="0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2"/>
                            </m:rP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MRG</m:t>
                          </m:r>
                        </m:e>
                      </m:groupChr>
                    </m:oMath>
                  </m:oMathPara>
                </a14:m>
                <a:endParaRPr lang="en-GB" noProof="0" dirty="0"/>
              </a:p>
            </p:txBody>
          </p:sp>
        </mc:Choice>
        <mc:Fallback>
          <p:sp>
            <p:nvSpPr>
              <p:cNvPr id="155" name="Textfeld 154">
                <a:extLst>
                  <a:ext uri="{FF2B5EF4-FFF2-40B4-BE49-F238E27FC236}">
                    <a16:creationId xmlns:a16="http://schemas.microsoft.com/office/drawing/2014/main" id="{E847EA74-E962-C81A-0FE2-354CA50B2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932" y="6806626"/>
                <a:ext cx="653228" cy="379399"/>
              </a:xfrm>
              <a:prstGeom prst="rect">
                <a:avLst/>
              </a:prstGeom>
              <a:blipFill>
                <a:blip r:embed="rId60"/>
                <a:stretch>
                  <a:fillRect t="-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6" name="Grafik 155" descr="Ein Bild, das Schrift, Grafiken, Typografie, Design enthält.&#10;&#10;KI-generierte Inhalte können fehlerhaft sein.">
            <a:extLst>
              <a:ext uri="{FF2B5EF4-FFF2-40B4-BE49-F238E27FC236}">
                <a16:creationId xmlns:a16="http://schemas.microsoft.com/office/drawing/2014/main" id="{9A2F7CEB-8691-E95A-8B8D-2F9EB0B769F4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6833898" y="6812798"/>
            <a:ext cx="459940" cy="357492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3275A795-ABD8-78A3-7B1D-8562500844C9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584629" y="19230614"/>
            <a:ext cx="7752644" cy="7032046"/>
          </a:xfrm>
          <a:prstGeom prst="rect">
            <a:avLst/>
          </a:prstGeom>
        </p:spPr>
      </p:pic>
      <p:sp>
        <p:nvSpPr>
          <p:cNvPr id="147" name="Textfeld 146">
            <a:extLst>
              <a:ext uri="{FF2B5EF4-FFF2-40B4-BE49-F238E27FC236}">
                <a16:creationId xmlns:a16="http://schemas.microsoft.com/office/drawing/2014/main" id="{4C6A4E8C-4A39-5C0A-6F62-E84EA96DBC70}"/>
              </a:ext>
            </a:extLst>
          </p:cNvPr>
          <p:cNvSpPr txBox="1"/>
          <p:nvPr/>
        </p:nvSpPr>
        <p:spPr>
          <a:xfrm>
            <a:off x="891653" y="39229860"/>
            <a:ext cx="13088571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GB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Schollwöck</a:t>
            </a:r>
            <a:r>
              <a:rPr lang="en-GB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000" noProof="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density-matrix renormalization group in the age of matrix product states</a:t>
            </a:r>
            <a:r>
              <a:rPr lang="en-GB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2011</a:t>
            </a:r>
          </a:p>
          <a:p>
            <a:pPr>
              <a:lnSpc>
                <a:spcPct val="150000"/>
              </a:lnSpc>
            </a:pPr>
            <a:r>
              <a:rPr lang="en-GB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Van Damme et al., </a:t>
            </a:r>
            <a:r>
              <a:rPr lang="en-GB" sz="2000" noProof="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Efficient matrix product state methods for extracting spectral information on rings and cylinders</a:t>
            </a:r>
            <a:r>
              <a:rPr lang="en-GB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</a:t>
            </a:r>
          </a:p>
          <a:p>
            <a:pPr>
              <a:lnSpc>
                <a:spcPct val="150000"/>
              </a:lnSpc>
            </a:pPr>
            <a:r>
              <a:rPr lang="en-GB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Zaletel and Pollmann, </a:t>
            </a:r>
            <a:r>
              <a:rPr lang="en-GB" sz="2000" noProof="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Isometric tensor network states in two dimensions</a:t>
            </a:r>
            <a:r>
              <a:rPr lang="en-GB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</a:t>
            </a:r>
          </a:p>
          <a:p>
            <a:pPr>
              <a:lnSpc>
                <a:spcPct val="150000"/>
              </a:lnSpc>
            </a:pPr>
            <a:r>
              <a:rPr lang="en-GB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GB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Sappler</a:t>
            </a:r>
            <a:r>
              <a:rPr lang="en-GB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</a:t>
            </a:r>
            <a:r>
              <a:rPr lang="en-GB" sz="2000" noProof="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noProof="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Diagonal Isometric Form for Tensor Product States in Two Dimensions</a:t>
            </a:r>
            <a:r>
              <a:rPr lang="en-GB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</a:t>
            </a:r>
          </a:p>
          <a:p>
            <a:pPr>
              <a:lnSpc>
                <a:spcPct val="150000"/>
              </a:lnSpc>
            </a:pPr>
            <a:r>
              <a:rPr lang="en-GB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Lin et al., </a:t>
            </a:r>
            <a:r>
              <a:rPr lang="en-GB" sz="2000" noProof="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Efficient simulation of dynamics in two-dimensional quantum spin systems with isometric tensor networks</a:t>
            </a:r>
            <a:r>
              <a:rPr lang="en-GB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Wittmann, </a:t>
            </a:r>
            <a:r>
              <a:rPr lang="en-GB" sz="2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https://github.com/lukasjwittmann/iso_tns-public</a:t>
            </a:r>
            <a:r>
              <a:rPr lang="en-GB" sz="2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</a:t>
            </a:r>
            <a:endParaRPr lang="en-GB" sz="2000" dirty="0">
              <a:solidFill>
                <a:srgbClr val="0432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Textfeld 165">
            <a:extLst>
              <a:ext uri="{FF2B5EF4-FFF2-40B4-BE49-F238E27FC236}">
                <a16:creationId xmlns:a16="http://schemas.microsoft.com/office/drawing/2014/main" id="{29E416C5-6CF2-74FF-569B-FB6744CF583D}"/>
              </a:ext>
            </a:extLst>
          </p:cNvPr>
          <p:cNvSpPr txBox="1"/>
          <p:nvPr/>
        </p:nvSpPr>
        <p:spPr>
          <a:xfrm>
            <a:off x="1543889" y="33400194"/>
            <a:ext cx="5151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field Ising (TFI) model</a:t>
            </a:r>
          </a:p>
        </p:txBody>
      </p:sp>
      <p:pic>
        <p:nvPicPr>
          <p:cNvPr id="167" name="Grafik 166" descr="Ein Bild, das Schrift, weiß, Text, Zahl enthält.&#10;&#10;KI-generierte Inhalte können fehlerhaft sein.">
            <a:extLst>
              <a:ext uri="{FF2B5EF4-FFF2-40B4-BE49-F238E27FC236}">
                <a16:creationId xmlns:a16="http://schemas.microsoft.com/office/drawing/2014/main" id="{FE13EAF1-7669-8DC8-01A9-214FF516C77C}"/>
              </a:ext>
            </a:extLst>
      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6975560" y="33400194"/>
            <a:ext cx="3413733" cy="814175"/>
          </a:xfrm>
          <a:prstGeom prst="rect">
            <a:avLst/>
          </a:prstGeom>
        </p:spPr>
      </p:pic>
      <p:pic>
        <p:nvPicPr>
          <p:cNvPr id="168" name="Grafik 167">
            <a:extLst>
              <a:ext uri="{FF2B5EF4-FFF2-40B4-BE49-F238E27FC236}">
                <a16:creationId xmlns:a16="http://schemas.microsoft.com/office/drawing/2014/main" id="{FDFC41FC-DD38-FA48-F484-9CBC8DFBC244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8891018" y="35072546"/>
            <a:ext cx="738854" cy="378124"/>
          </a:xfrm>
          <a:prstGeom prst="rect">
            <a:avLst/>
          </a:prstGeom>
        </p:spPr>
      </p:pic>
      <p:pic>
        <p:nvPicPr>
          <p:cNvPr id="169" name="Grafik 168">
            <a:extLst>
              <a:ext uri="{FF2B5EF4-FFF2-40B4-BE49-F238E27FC236}">
                <a16:creationId xmlns:a16="http://schemas.microsoft.com/office/drawing/2014/main" id="{CB7383B6-0107-4A21-6965-F6560E13C254}"/>
              </a:ext>
            </a:extLst>
      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543889" y="35041607"/>
            <a:ext cx="738855" cy="367956"/>
          </a:xfrm>
          <a:prstGeom prst="rect">
            <a:avLst/>
          </a:prstGeom>
        </p:spPr>
      </p:pic>
      <p:pic>
        <p:nvPicPr>
          <p:cNvPr id="174" name="Grafik 173" descr="Ein Bild, das Schrift, weiß, Diagramm, Reihe enthält.&#10;&#10;KI-generierte Inhalte können fehlerhaft sein.">
            <a:extLst>
              <a:ext uri="{FF2B5EF4-FFF2-40B4-BE49-F238E27FC236}">
                <a16:creationId xmlns:a16="http://schemas.microsoft.com/office/drawing/2014/main" id="{C10EB958-140F-01A5-DCF9-1FBB6E107CC8}"/>
              </a:ext>
            </a:extLst>
      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8891018" y="35677335"/>
            <a:ext cx="1358063" cy="338158"/>
          </a:xfrm>
          <a:prstGeom prst="rect">
            <a:avLst/>
          </a:prstGeom>
        </p:spPr>
      </p:pic>
      <p:pic>
        <p:nvPicPr>
          <p:cNvPr id="175" name="Grafik 174">
            <a:extLst>
              <a:ext uri="{FF2B5EF4-FFF2-40B4-BE49-F238E27FC236}">
                <a16:creationId xmlns:a16="http://schemas.microsoft.com/office/drawing/2014/main" id="{A9FA5CDA-36B3-2308-1DC2-90CA21810E45}"/>
              </a:ext>
            </a:extLst>
      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1536454" y="35604160"/>
            <a:ext cx="3521093" cy="302813"/>
          </a:xfrm>
          <a:prstGeom prst="rect">
            <a:avLst/>
          </a:prstGeom>
        </p:spPr>
      </p:pic>
      <p:cxnSp>
        <p:nvCxnSpPr>
          <p:cNvPr id="176" name="Gerade Verbindung 175">
            <a:extLst>
              <a:ext uri="{FF2B5EF4-FFF2-40B4-BE49-F238E27FC236}">
                <a16:creationId xmlns:a16="http://schemas.microsoft.com/office/drawing/2014/main" id="{54106F51-3B04-EF8A-7E81-227F98581064}"/>
              </a:ext>
            </a:extLst>
          </p:cNvPr>
          <p:cNvCxnSpPr>
            <a:cxnSpLocks/>
          </p:cNvCxnSpPr>
          <p:nvPr/>
        </p:nvCxnSpPr>
        <p:spPr>
          <a:xfrm>
            <a:off x="7015317" y="34752213"/>
            <a:ext cx="0" cy="2462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63CA53C5-72CD-AF8A-ED9F-5565330D42CD}"/>
              </a:ext>
            </a:extLst>
          </p:cNvPr>
          <p:cNvCxnSpPr>
            <a:cxnSpLocks/>
          </p:cNvCxnSpPr>
          <p:nvPr/>
        </p:nvCxnSpPr>
        <p:spPr>
          <a:xfrm>
            <a:off x="1555356" y="34888740"/>
            <a:ext cx="118260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8" name="Textfeld 177">
            <a:extLst>
              <a:ext uri="{FF2B5EF4-FFF2-40B4-BE49-F238E27FC236}">
                <a16:creationId xmlns:a16="http://schemas.microsoft.com/office/drawing/2014/main" id="{7ECBFEEB-EFE8-6FB4-FCD1-FD98C53F76F5}"/>
              </a:ext>
            </a:extLst>
          </p:cNvPr>
          <p:cNvSpPr txBox="1"/>
          <p:nvPr/>
        </p:nvSpPr>
        <p:spPr>
          <a:xfrm>
            <a:off x="2357558" y="34995078"/>
            <a:ext cx="2999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Ferromagnetic phase</a:t>
            </a:r>
          </a:p>
        </p:txBody>
      </p:sp>
      <p:sp>
        <p:nvSpPr>
          <p:cNvPr id="179" name="Textfeld 178">
            <a:extLst>
              <a:ext uri="{FF2B5EF4-FFF2-40B4-BE49-F238E27FC236}">
                <a16:creationId xmlns:a16="http://schemas.microsoft.com/office/drawing/2014/main" id="{81AF6166-431B-2C13-783D-156B5BA1CAE3}"/>
              </a:ext>
            </a:extLst>
          </p:cNvPr>
          <p:cNvSpPr txBox="1"/>
          <p:nvPr/>
        </p:nvSpPr>
        <p:spPr>
          <a:xfrm>
            <a:off x="9738298" y="35024123"/>
            <a:ext cx="2999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Paramagnetic phase</a:t>
            </a:r>
          </a:p>
        </p:txBody>
      </p:sp>
      <p:pic>
        <p:nvPicPr>
          <p:cNvPr id="180" name="Grafik 179" descr="Ein Bild, das Schrift, Symbol, Typografie, Kalligrafie enthält.&#10;&#10;KI-generierte Inhalte können fehlerhaft sein.">
            <a:extLst>
              <a:ext uri="{FF2B5EF4-FFF2-40B4-BE49-F238E27FC236}">
                <a16:creationId xmlns:a16="http://schemas.microsoft.com/office/drawing/2014/main" id="{C31FD57B-87B6-B0D9-FB27-C9DE5ECBD60C}"/>
              </a:ext>
            </a:extLst>
      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6708453" y="35070819"/>
            <a:ext cx="779790" cy="284387"/>
          </a:xfrm>
          <a:prstGeom prst="rect">
            <a:avLst/>
          </a:prstGeom>
        </p:spPr>
      </p:pic>
      <p:pic>
        <p:nvPicPr>
          <p:cNvPr id="181" name="Grafik 180" descr="Ein Bild, das Schrift, Typografie, Kalligrafie, weiß enthält.&#10;&#10;KI-generierte Inhalte können fehlerhaft sein.">
            <a:extLst>
              <a:ext uri="{FF2B5EF4-FFF2-40B4-BE49-F238E27FC236}">
                <a16:creationId xmlns:a16="http://schemas.microsoft.com/office/drawing/2014/main" id="{3DECB41E-1893-6963-B469-7C0E8202D5D7}"/>
              </a:ext>
            </a:extLst>
      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6688591" y="35411327"/>
            <a:ext cx="1337627" cy="284388"/>
          </a:xfrm>
          <a:prstGeom prst="rect">
            <a:avLst/>
          </a:prstGeom>
        </p:spPr>
      </p:pic>
      <p:sp>
        <p:nvSpPr>
          <p:cNvPr id="182" name="Textfeld 181">
            <a:extLst>
              <a:ext uri="{FF2B5EF4-FFF2-40B4-BE49-F238E27FC236}">
                <a16:creationId xmlns:a16="http://schemas.microsoft.com/office/drawing/2014/main" id="{71C49B63-ECCA-6E26-058A-CDF8E6632942}"/>
              </a:ext>
            </a:extLst>
          </p:cNvPr>
          <p:cNvSpPr txBox="1"/>
          <p:nvPr/>
        </p:nvSpPr>
        <p:spPr>
          <a:xfrm>
            <a:off x="6217842" y="35012542"/>
            <a:ext cx="466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1D               </a:t>
            </a:r>
          </a:p>
        </p:txBody>
      </p:sp>
      <p:sp>
        <p:nvSpPr>
          <p:cNvPr id="183" name="Textfeld 182">
            <a:extLst>
              <a:ext uri="{FF2B5EF4-FFF2-40B4-BE49-F238E27FC236}">
                <a16:creationId xmlns:a16="http://schemas.microsoft.com/office/drawing/2014/main" id="{534E7239-6F6E-7CCF-90C9-EEA49A7C71E9}"/>
              </a:ext>
            </a:extLst>
          </p:cNvPr>
          <p:cNvSpPr txBox="1"/>
          <p:nvPr/>
        </p:nvSpPr>
        <p:spPr>
          <a:xfrm>
            <a:off x="6234989" y="34345705"/>
            <a:ext cx="1569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point</a:t>
            </a:r>
          </a:p>
        </p:txBody>
      </p:sp>
      <p:pic>
        <p:nvPicPr>
          <p:cNvPr id="185" name="Grafik 184" descr="Ein Bild, das Schrift, Symbol, Clipart, Grafiken enthält.&#10;&#10;KI-generierte Inhalte können fehlerhaft sein.">
            <a:extLst>
              <a:ext uri="{FF2B5EF4-FFF2-40B4-BE49-F238E27FC236}">
                <a16:creationId xmlns:a16="http://schemas.microsoft.com/office/drawing/2014/main" id="{39BEFDAC-3BE7-D7F6-B4B5-28B1DB5E576D}"/>
              </a:ext>
            </a:extLst>
      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25473423" y="41533665"/>
            <a:ext cx="760500" cy="228242"/>
          </a:xfrm>
          <a:prstGeom prst="rect">
            <a:avLst/>
          </a:prstGeom>
        </p:spPr>
      </p:pic>
      <p:sp>
        <p:nvSpPr>
          <p:cNvPr id="191" name="Textfeld 190">
            <a:extLst>
              <a:ext uri="{FF2B5EF4-FFF2-40B4-BE49-F238E27FC236}">
                <a16:creationId xmlns:a16="http://schemas.microsoft.com/office/drawing/2014/main" id="{F1CEA43D-6155-C9DE-43CD-271944FEDEAE}"/>
              </a:ext>
            </a:extLst>
          </p:cNvPr>
          <p:cNvSpPr txBox="1"/>
          <p:nvPr/>
        </p:nvSpPr>
        <p:spPr>
          <a:xfrm>
            <a:off x="6226372" y="35357340"/>
            <a:ext cx="466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</a:p>
        </p:txBody>
      </p:sp>
      <p:sp>
        <p:nvSpPr>
          <p:cNvPr id="194" name="Textfeld 193">
            <a:extLst>
              <a:ext uri="{FF2B5EF4-FFF2-40B4-BE49-F238E27FC236}">
                <a16:creationId xmlns:a16="http://schemas.microsoft.com/office/drawing/2014/main" id="{882AE88F-1373-B625-FE09-0CA09E0A4898}"/>
              </a:ext>
            </a:extLst>
          </p:cNvPr>
          <p:cNvSpPr txBox="1"/>
          <p:nvPr/>
        </p:nvSpPr>
        <p:spPr>
          <a:xfrm>
            <a:off x="5001798" y="884749"/>
            <a:ext cx="20271616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Variational Quasiparticle Excitations in Isometric Tensor Network States</a:t>
            </a:r>
            <a:endParaRPr lang="en-GB" sz="5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GB" sz="4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Lukas Wittmann</a:t>
            </a:r>
            <a:r>
              <a:rPr lang="en-GB" sz="4400" baseline="30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  <a:r>
              <a:rPr lang="en-GB" sz="4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Johannes Hauschild</a:t>
            </a:r>
            <a:r>
              <a:rPr lang="en-GB" sz="4400" baseline="30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</a:p>
          <a:p>
            <a:pPr algn="ctr"/>
            <a:r>
              <a:rPr lang="en-GB" sz="3200" i="1" baseline="30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University of Munich, TUM School of Natural Sciences, Physics Department, 85748 </a:t>
            </a:r>
            <a:r>
              <a:rPr lang="en-GB" sz="3200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Garching</a:t>
            </a:r>
            <a:r>
              <a:rPr lang="en-GB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Germany</a:t>
            </a:r>
          </a:p>
          <a:p>
            <a:pPr algn="ctr"/>
            <a:r>
              <a:rPr lang="en-GB" sz="3200" i="1" baseline="30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Munich </a:t>
            </a:r>
            <a:r>
              <a:rPr lang="en-GB" sz="3200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GB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Quantum Science and Technology (MCQST), </a:t>
            </a:r>
            <a:r>
              <a:rPr lang="en-GB" sz="3200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Schellingstr</a:t>
            </a:r>
            <a:r>
              <a:rPr lang="en-GB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4, 80799 München, Germany</a:t>
            </a:r>
            <a:endParaRPr lang="en-GB" sz="6600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Textfeld 196">
            <a:extLst>
              <a:ext uri="{FF2B5EF4-FFF2-40B4-BE49-F238E27FC236}">
                <a16:creationId xmlns:a16="http://schemas.microsoft.com/office/drawing/2014/main" id="{429A8783-3AA6-05D4-6A0E-DDF2E284A140}"/>
              </a:ext>
            </a:extLst>
          </p:cNvPr>
          <p:cNvSpPr txBox="1"/>
          <p:nvPr/>
        </p:nvSpPr>
        <p:spPr>
          <a:xfrm>
            <a:off x="1560314" y="10378132"/>
            <a:ext cx="4598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Quasiparticle excitation ansatz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feld 197">
                <a:extLst>
                  <a:ext uri="{FF2B5EF4-FFF2-40B4-BE49-F238E27FC236}">
                    <a16:creationId xmlns:a16="http://schemas.microsoft.com/office/drawing/2014/main" id="{61AC3D9C-3532-8FBA-3F10-FFDD5DED9CCF}"/>
                  </a:ext>
                </a:extLst>
              </p:cNvPr>
              <p:cNvSpPr txBox="1"/>
              <p:nvPr/>
            </p:nvSpPr>
            <p:spPr>
              <a:xfrm>
                <a:off x="21006031" y="17129585"/>
                <a:ext cx="44304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en-GB" sz="2000" noProof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8" name="Textfeld 197">
                <a:extLst>
                  <a:ext uri="{FF2B5EF4-FFF2-40B4-BE49-F238E27FC236}">
                    <a16:creationId xmlns:a16="http://schemas.microsoft.com/office/drawing/2014/main" id="{61AC3D9C-3532-8FBA-3F10-FFDD5DED9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6031" y="17129585"/>
                <a:ext cx="443047" cy="400110"/>
              </a:xfrm>
              <a:prstGeom prst="rect">
                <a:avLst/>
              </a:prstGeom>
              <a:blipFill>
                <a:blip r:embed="rId7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9" name="Textfeld 198">
            <a:extLst>
              <a:ext uri="{FF2B5EF4-FFF2-40B4-BE49-F238E27FC236}">
                <a16:creationId xmlns:a16="http://schemas.microsoft.com/office/drawing/2014/main" id="{96522980-EEC4-45CC-BE27-C45420FDACCA}"/>
              </a:ext>
            </a:extLst>
          </p:cNvPr>
          <p:cNvSpPr txBox="1"/>
          <p:nvPr/>
        </p:nvSpPr>
        <p:spPr>
          <a:xfrm>
            <a:off x="16309085" y="29787458"/>
            <a:ext cx="2210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Parametrization</a:t>
            </a:r>
            <a:endParaRPr lang="en-GB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0" name="Textfeld 199">
            <a:extLst>
              <a:ext uri="{FF2B5EF4-FFF2-40B4-BE49-F238E27FC236}">
                <a16:creationId xmlns:a16="http://schemas.microsoft.com/office/drawing/2014/main" id="{19FDC5ED-3F71-955D-E783-59E7AB256BED}"/>
              </a:ext>
            </a:extLst>
          </p:cNvPr>
          <p:cNvSpPr txBox="1"/>
          <p:nvPr/>
        </p:nvSpPr>
        <p:spPr>
          <a:xfrm>
            <a:off x="16352164" y="25173123"/>
            <a:ext cx="1945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Tangent space</a:t>
            </a:r>
          </a:p>
        </p:txBody>
      </p:sp>
      <p:sp>
        <p:nvSpPr>
          <p:cNvPr id="208" name="Textfeld 207">
            <a:extLst>
              <a:ext uri="{FF2B5EF4-FFF2-40B4-BE49-F238E27FC236}">
                <a16:creationId xmlns:a16="http://schemas.microsoft.com/office/drawing/2014/main" id="{6DA861C5-3B27-8D00-EF56-8D6DB7333051}"/>
              </a:ext>
            </a:extLst>
          </p:cNvPr>
          <p:cNvSpPr txBox="1"/>
          <p:nvPr/>
        </p:nvSpPr>
        <p:spPr>
          <a:xfrm>
            <a:off x="22240863" y="27085701"/>
            <a:ext cx="2046431" cy="348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zero modes</a:t>
            </a:r>
          </a:p>
        </p:txBody>
      </p:sp>
      <p:pic>
        <p:nvPicPr>
          <p:cNvPr id="209" name="Grafik 208" descr="Ein Bild, das Kreis enthält.&#10;&#10;KI-generierte Inhalte können fehlerhaft sein.">
            <a:extLst>
              <a:ext uri="{FF2B5EF4-FFF2-40B4-BE49-F238E27FC236}">
                <a16:creationId xmlns:a16="http://schemas.microsoft.com/office/drawing/2014/main" id="{C8D52DDD-4C8B-F039-E573-26EFD92960CE}"/>
              </a:ext>
            </a:extLst>
      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21943860" y="27407438"/>
            <a:ext cx="2399211" cy="1570164"/>
          </a:xfrm>
          <a:prstGeom prst="rect">
            <a:avLst/>
          </a:prstGeom>
        </p:spPr>
      </p:pic>
      <p:pic>
        <p:nvPicPr>
          <p:cNvPr id="210" name="Grafik 209" descr="Ein Bild, das Design enthält.&#10;&#10;KI-generierte Inhalte können fehlerhaft sein.">
            <a:extLst>
              <a:ext uri="{FF2B5EF4-FFF2-40B4-BE49-F238E27FC236}">
                <a16:creationId xmlns:a16="http://schemas.microsoft.com/office/drawing/2014/main" id="{E7DB2A08-CC24-749B-741D-DBCF9B18B9DE}"/>
              </a:ext>
            </a:extLst>
      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20296507" y="27464718"/>
            <a:ext cx="1048053" cy="1406487"/>
          </a:xfrm>
          <a:prstGeom prst="rect">
            <a:avLst/>
          </a:prstGeom>
        </p:spPr>
      </p:pic>
      <p:pic>
        <p:nvPicPr>
          <p:cNvPr id="211" name="Grafik 210" descr="Ein Bild, das Schrift, Typografie, Design, Kalligrafie enthält.&#10;&#10;KI-generierte Inhalte können fehlerhaft sein.">
            <a:extLst>
              <a:ext uri="{FF2B5EF4-FFF2-40B4-BE49-F238E27FC236}">
                <a16:creationId xmlns:a16="http://schemas.microsoft.com/office/drawing/2014/main" id="{26D68A1E-C892-1364-9524-C604930E04C3}"/>
              </a:ext>
            </a:extLst>
      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20507814" y="28945257"/>
            <a:ext cx="671680" cy="333837"/>
          </a:xfrm>
          <a:prstGeom prst="rect">
            <a:avLst/>
          </a:prstGeom>
        </p:spPr>
      </p:pic>
      <p:pic>
        <p:nvPicPr>
          <p:cNvPr id="212" name="Grafik 211" descr="Ein Bild, das Schrift, Typografie, Kalligrafie, weiß enthält.&#10;&#10;KI-generierte Inhalte können fehlerhaft sein.">
            <a:extLst>
              <a:ext uri="{FF2B5EF4-FFF2-40B4-BE49-F238E27FC236}">
                <a16:creationId xmlns:a16="http://schemas.microsoft.com/office/drawing/2014/main" id="{869386F2-ECA0-0E61-1BCC-7B513DBB91F9}"/>
              </a:ext>
            </a:extLst>
      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21846338" y="28906779"/>
            <a:ext cx="2680318" cy="345761"/>
          </a:xfrm>
          <a:prstGeom prst="rect">
            <a:avLst/>
          </a:prstGeom>
        </p:spPr>
      </p:pic>
      <p:sp>
        <p:nvSpPr>
          <p:cNvPr id="213" name="Textfeld 212">
            <a:extLst>
              <a:ext uri="{FF2B5EF4-FFF2-40B4-BE49-F238E27FC236}">
                <a16:creationId xmlns:a16="http://schemas.microsoft.com/office/drawing/2014/main" id="{2DE84953-B307-E42A-0FD5-06D085E90F61}"/>
              </a:ext>
            </a:extLst>
          </p:cNvPr>
          <p:cNvSpPr txBox="1"/>
          <p:nvPr/>
        </p:nvSpPr>
        <p:spPr>
          <a:xfrm>
            <a:off x="20075040" y="27103012"/>
            <a:ext cx="1497442" cy="348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GB" sz="16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roject</a:t>
            </a:r>
            <a:r>
              <a:rPr lang="en-GB" sz="1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out</a:t>
            </a:r>
          </a:p>
        </p:txBody>
      </p:sp>
      <p:sp>
        <p:nvSpPr>
          <p:cNvPr id="214" name="Textfeld 213">
            <a:extLst>
              <a:ext uri="{FF2B5EF4-FFF2-40B4-BE49-F238E27FC236}">
                <a16:creationId xmlns:a16="http://schemas.microsoft.com/office/drawing/2014/main" id="{C457F24B-20D6-4623-2964-652695C799DA}"/>
              </a:ext>
            </a:extLst>
          </p:cNvPr>
          <p:cNvSpPr txBox="1"/>
          <p:nvPr/>
        </p:nvSpPr>
        <p:spPr>
          <a:xfrm>
            <a:off x="21417798" y="27960050"/>
            <a:ext cx="482107" cy="348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</a:t>
            </a:r>
          </a:p>
        </p:txBody>
      </p:sp>
      <p:pic>
        <p:nvPicPr>
          <p:cNvPr id="215" name="Grafik 214">
            <a:extLst>
              <a:ext uri="{FF2B5EF4-FFF2-40B4-BE49-F238E27FC236}">
                <a16:creationId xmlns:a16="http://schemas.microsoft.com/office/drawing/2014/main" id="{C47A9B59-9739-DCD6-B20A-E439C74C48F4}"/>
              </a:ext>
            </a:extLst>
      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8907454" y="36698170"/>
            <a:ext cx="3612034" cy="437056"/>
          </a:xfrm>
          <a:prstGeom prst="rect">
            <a:avLst/>
          </a:prstGeom>
        </p:spPr>
      </p:pic>
      <p:pic>
        <p:nvPicPr>
          <p:cNvPr id="216" name="Grafik 215" descr="Ein Bild, das Schrift, Reihe, Diagramm, weiß enthält.&#10;&#10;KI-generierte Inhalte können fehlerhaft sein.">
            <a:extLst>
              <a:ext uri="{FF2B5EF4-FFF2-40B4-BE49-F238E27FC236}">
                <a16:creationId xmlns:a16="http://schemas.microsoft.com/office/drawing/2014/main" id="{5DE6CF12-B2A7-CB7A-1E24-3ED2BC7A7BCE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2032104" y="37164022"/>
            <a:ext cx="2945081" cy="1034814"/>
          </a:xfrm>
          <a:prstGeom prst="rect">
            <a:avLst/>
          </a:prstGeom>
        </p:spPr>
      </p:pic>
      <p:pic>
        <p:nvPicPr>
          <p:cNvPr id="217" name="Grafik 216">
            <a:extLst>
              <a:ext uri="{FF2B5EF4-FFF2-40B4-BE49-F238E27FC236}">
                <a16:creationId xmlns:a16="http://schemas.microsoft.com/office/drawing/2014/main" id="{A9B45C9F-1A16-5F49-3B8A-798529507C72}"/>
              </a:ext>
            </a:extLst>
      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2040006" y="36175493"/>
            <a:ext cx="3851222" cy="365866"/>
          </a:xfrm>
          <a:prstGeom prst="rect">
            <a:avLst/>
          </a:prstGeom>
        </p:spPr>
      </p:pic>
      <p:sp>
        <p:nvSpPr>
          <p:cNvPr id="218" name="Textfeld 217">
            <a:extLst>
              <a:ext uri="{FF2B5EF4-FFF2-40B4-BE49-F238E27FC236}">
                <a16:creationId xmlns:a16="http://schemas.microsoft.com/office/drawing/2014/main" id="{789C9760-222B-CAC3-BD18-601803941378}"/>
              </a:ext>
            </a:extLst>
          </p:cNvPr>
          <p:cNvSpPr txBox="1"/>
          <p:nvPr/>
        </p:nvSpPr>
        <p:spPr>
          <a:xfrm>
            <a:off x="1471786" y="36151671"/>
            <a:ext cx="466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1D</a:t>
            </a:r>
          </a:p>
        </p:txBody>
      </p:sp>
      <p:sp>
        <p:nvSpPr>
          <p:cNvPr id="219" name="Textfeld 218">
            <a:extLst>
              <a:ext uri="{FF2B5EF4-FFF2-40B4-BE49-F238E27FC236}">
                <a16:creationId xmlns:a16="http://schemas.microsoft.com/office/drawing/2014/main" id="{389FFC58-A9A6-C043-919C-9C7B61EDA8D7}"/>
              </a:ext>
            </a:extLst>
          </p:cNvPr>
          <p:cNvSpPr txBox="1"/>
          <p:nvPr/>
        </p:nvSpPr>
        <p:spPr>
          <a:xfrm>
            <a:off x="1475923" y="37444724"/>
            <a:ext cx="466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</a:p>
        </p:txBody>
      </p:sp>
      <p:sp>
        <p:nvSpPr>
          <p:cNvPr id="220" name="Textfeld 219">
            <a:extLst>
              <a:ext uri="{FF2B5EF4-FFF2-40B4-BE49-F238E27FC236}">
                <a16:creationId xmlns:a16="http://schemas.microsoft.com/office/drawing/2014/main" id="{B388EC54-C966-7B24-8F38-35E22CA89365}"/>
              </a:ext>
            </a:extLst>
          </p:cNvPr>
          <p:cNvSpPr txBox="1"/>
          <p:nvPr/>
        </p:nvSpPr>
        <p:spPr>
          <a:xfrm>
            <a:off x="8830722" y="36210061"/>
            <a:ext cx="1358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1D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 </a:t>
            </a:r>
            <a:r>
              <a:rPr lang="en-GB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u="sng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551946EE-F295-DE28-7801-C7650917A980}"/>
              </a:ext>
            </a:extLst>
          </p:cNvPr>
          <p:cNvSpPr/>
          <p:nvPr/>
        </p:nvSpPr>
        <p:spPr>
          <a:xfrm>
            <a:off x="2423283" y="37416451"/>
            <a:ext cx="284356" cy="293079"/>
          </a:xfrm>
          <a:prstGeom prst="ellipse">
            <a:avLst/>
          </a:prstGeom>
          <a:noFill/>
          <a:ln>
            <a:solidFill>
              <a:srgbClr val="0432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noFill/>
            </a:endParaRPr>
          </a:p>
        </p:txBody>
      </p:sp>
      <p:pic>
        <p:nvPicPr>
          <p:cNvPr id="222" name="Grafik 221" descr="Ein Bild, das Schrift, Text, weiß, Typografie enthält.&#10;&#10;KI-generierte Inhalte können fehlerhaft sein.">
            <a:extLst>
              <a:ext uri="{FF2B5EF4-FFF2-40B4-BE49-F238E27FC236}">
                <a16:creationId xmlns:a16="http://schemas.microsoft.com/office/drawing/2014/main" id="{79866C9E-7B25-170C-EF8A-A6266C56AD07}"/>
              </a:ext>
            </a:extLst>
      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8428042" y="37851025"/>
            <a:ext cx="4325758" cy="722401"/>
          </a:xfrm>
          <a:prstGeom prst="rect">
            <a:avLst/>
          </a:prstGeom>
        </p:spPr>
      </p:pic>
      <p:pic>
        <p:nvPicPr>
          <p:cNvPr id="223" name="Grafik 222" descr="Ein Bild, das Schrift, Typografie, Reihe, Design enthält.&#10;&#10;KI-generierte Inhalte können fehlerhaft sein.">
            <a:extLst>
              <a:ext uri="{FF2B5EF4-FFF2-40B4-BE49-F238E27FC236}">
                <a16:creationId xmlns:a16="http://schemas.microsoft.com/office/drawing/2014/main" id="{DF3C166B-7A09-B171-93EA-021D919FAB72}"/>
              </a:ext>
            </a:extLst>
      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9223759" y="37221837"/>
            <a:ext cx="1394958" cy="2803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Textfeld 223">
                <a:extLst>
                  <a:ext uri="{FF2B5EF4-FFF2-40B4-BE49-F238E27FC236}">
                    <a16:creationId xmlns:a16="http://schemas.microsoft.com/office/drawing/2014/main" id="{32E505E6-4CE5-4DF9-7356-2BD83D6ECF6A}"/>
                  </a:ext>
                </a:extLst>
              </p:cNvPr>
              <p:cNvSpPr txBox="1"/>
              <p:nvPr/>
            </p:nvSpPr>
            <p:spPr>
              <a:xfrm>
                <a:off x="8859700" y="37161976"/>
                <a:ext cx="36405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noProof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en-GB" sz="2000" noProof="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4" name="Textfeld 223">
                <a:extLst>
                  <a:ext uri="{FF2B5EF4-FFF2-40B4-BE49-F238E27FC236}">
                    <a16:creationId xmlns:a16="http://schemas.microsoft.com/office/drawing/2014/main" id="{32E505E6-4CE5-4DF9-7356-2BD83D6EC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9700" y="37161976"/>
                <a:ext cx="364059" cy="400110"/>
              </a:xfrm>
              <a:prstGeom prst="rect">
                <a:avLst/>
              </a:prstGeom>
              <a:blipFill>
                <a:blip r:embed="rId87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" name="Textfeld 224">
                <a:extLst>
                  <a:ext uri="{FF2B5EF4-FFF2-40B4-BE49-F238E27FC236}">
                    <a16:creationId xmlns:a16="http://schemas.microsoft.com/office/drawing/2014/main" id="{5DFEFBB3-3669-9C86-BE7A-54E2213AEA43}"/>
                  </a:ext>
                </a:extLst>
              </p:cNvPr>
              <p:cNvSpPr txBox="1"/>
              <p:nvPr/>
            </p:nvSpPr>
            <p:spPr>
              <a:xfrm>
                <a:off x="1956467" y="36586489"/>
                <a:ext cx="36405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noProof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en-GB" sz="2000" noProof="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5" name="Textfeld 224">
                <a:extLst>
                  <a:ext uri="{FF2B5EF4-FFF2-40B4-BE49-F238E27FC236}">
                    <a16:creationId xmlns:a16="http://schemas.microsoft.com/office/drawing/2014/main" id="{5DFEFBB3-3669-9C86-BE7A-54E2213AE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467" y="36586489"/>
                <a:ext cx="364059" cy="400110"/>
              </a:xfrm>
              <a:prstGeom prst="rect">
                <a:avLst/>
              </a:prstGeom>
              <a:blipFill>
                <a:blip r:embed="rId88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6" name="Grafik 225" descr="Ein Bild, das Schrift, Reihe, Typografie, Symbol enthält.&#10;&#10;KI-generierte Inhalte können fehlerhaft sein.">
            <a:extLst>
              <a:ext uri="{FF2B5EF4-FFF2-40B4-BE49-F238E27FC236}">
                <a16:creationId xmlns:a16="http://schemas.microsoft.com/office/drawing/2014/main" id="{8ABA81D8-458E-CA04-8238-BC236DBA30D3}"/>
              </a:ext>
            </a:extLst>
      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2352001" y="36656398"/>
            <a:ext cx="1366357" cy="26029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Textfeld 226">
                <a:extLst>
                  <a:ext uri="{FF2B5EF4-FFF2-40B4-BE49-F238E27FC236}">
                    <a16:creationId xmlns:a16="http://schemas.microsoft.com/office/drawing/2014/main" id="{488B9C78-CF6F-A524-73ED-54E80C1ACE51}"/>
                  </a:ext>
                </a:extLst>
              </p:cNvPr>
              <p:cNvSpPr txBox="1"/>
              <p:nvPr/>
            </p:nvSpPr>
            <p:spPr>
              <a:xfrm>
                <a:off x="1971806" y="38248445"/>
                <a:ext cx="36405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noProof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</m:oMath>
                  </m:oMathPara>
                </a14:m>
                <a:endParaRPr lang="en-GB" sz="2000" noProof="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7" name="Textfeld 226">
                <a:extLst>
                  <a:ext uri="{FF2B5EF4-FFF2-40B4-BE49-F238E27FC236}">
                    <a16:creationId xmlns:a16="http://schemas.microsoft.com/office/drawing/2014/main" id="{488B9C78-CF6F-A524-73ED-54E80C1AC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806" y="38248445"/>
                <a:ext cx="364059" cy="400110"/>
              </a:xfrm>
              <a:prstGeom prst="rect">
                <a:avLst/>
              </a:prstGeom>
              <a:blipFill>
                <a:blip r:embed="rId88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8" name="Grafik 227" descr="Ein Bild, das Schrift, Typografie, Kalligrafie, Handschrift enthält.&#10;&#10;KI-generierte Inhalte können fehlerhaft sein.">
            <a:extLst>
              <a:ext uri="{FF2B5EF4-FFF2-40B4-BE49-F238E27FC236}">
                <a16:creationId xmlns:a16="http://schemas.microsoft.com/office/drawing/2014/main" id="{A31F95EE-A9C6-CED0-57A8-C58DA04AB8E2}"/>
              </a:ext>
            </a:extLst>
      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2345561" y="38263927"/>
            <a:ext cx="3004906" cy="3846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Textfeld 228">
                <a:extLst>
                  <a:ext uri="{FF2B5EF4-FFF2-40B4-BE49-F238E27FC236}">
                    <a16:creationId xmlns:a16="http://schemas.microsoft.com/office/drawing/2014/main" id="{A9B6DBA4-0F6C-555A-32CD-C3CADCE56C66}"/>
                  </a:ext>
                </a:extLst>
              </p:cNvPr>
              <p:cNvSpPr txBox="1"/>
              <p:nvPr/>
            </p:nvSpPr>
            <p:spPr>
              <a:xfrm>
                <a:off x="6228329" y="37915940"/>
                <a:ext cx="26450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noProof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Perturbation theory </a:t>
                </a:r>
                <a14:m>
                  <m:oMath xmlns:m="http://schemas.openxmlformats.org/officeDocument/2006/math">
                    <m:r>
                      <a:rPr lang="en-GB" i="1" noProof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</m:oMath>
                </a14:m>
                <a:endParaRPr lang="en-GB" noProof="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9" name="Textfeld 228">
                <a:extLst>
                  <a:ext uri="{FF2B5EF4-FFF2-40B4-BE49-F238E27FC236}">
                    <a16:creationId xmlns:a16="http://schemas.microsoft.com/office/drawing/2014/main" id="{A9B6DBA4-0F6C-555A-32CD-C3CADCE56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329" y="37915940"/>
                <a:ext cx="2645016" cy="369332"/>
              </a:xfrm>
              <a:prstGeom prst="rect">
                <a:avLst/>
              </a:prstGeom>
              <a:blipFill>
                <a:blip r:embed="rId91"/>
                <a:stretch>
                  <a:fillRect l="-1914" t="-6667" b="-2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5">
            <a:extLst>
              <a:ext uri="{FF2B5EF4-FFF2-40B4-BE49-F238E27FC236}">
                <a16:creationId xmlns:a16="http://schemas.microsoft.com/office/drawing/2014/main" id="{DD443034-0904-45B8-12F0-767967DF6AD9}"/>
              </a:ext>
            </a:extLst>
      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1639525" y="1613866"/>
            <a:ext cx="2605804" cy="1373329"/>
          </a:xfrm>
          <a:prstGeom prst="rect">
            <a:avLst/>
          </a:prstGeom>
        </p:spPr>
      </p:pic>
      <p:pic>
        <p:nvPicPr>
          <p:cNvPr id="1026" name="Picture 2" descr="MCQST_Logo_BlueBlack_Vector">
            <a:extLst>
              <a:ext uri="{FF2B5EF4-FFF2-40B4-BE49-F238E27FC236}">
                <a16:creationId xmlns:a16="http://schemas.microsoft.com/office/drawing/2014/main" id="{02FBBD0A-D08C-5991-8CFB-473984AC3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4897" y="1628266"/>
            <a:ext cx="2735945" cy="1395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Grafik 23" descr="Ein Bild, das Schrift, Grafiken, Screenshot, Logo enthält.&#10;&#10;KI-generierte Inhalte können fehlerhaft sein.">
            <a:extLst>
              <a:ext uri="{FF2B5EF4-FFF2-40B4-BE49-F238E27FC236}">
                <a16:creationId xmlns:a16="http://schemas.microsoft.com/office/drawing/2014/main" id="{6C14CC79-DA35-A889-8E7A-F41D6411D16C}"/>
              </a:ext>
            </a:extLst>
      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16358503" y="37990256"/>
            <a:ext cx="1993902" cy="759292"/>
          </a:xfrm>
          <a:prstGeom prst="rect">
            <a:avLst/>
          </a:prstGeom>
        </p:spPr>
      </p:pic>
      <p:pic>
        <p:nvPicPr>
          <p:cNvPr id="26" name="Grafik 25" descr="Ein Bild, das Reihe, Farbigkeit, Kunst, Symmetrie enthält.&#10;&#10;KI-generierte Inhalte können fehlerhaft sein.">
            <a:extLst>
              <a:ext uri="{FF2B5EF4-FFF2-40B4-BE49-F238E27FC236}">
                <a16:creationId xmlns:a16="http://schemas.microsoft.com/office/drawing/2014/main" id="{D2B0A44E-2BCF-5439-16F0-2296E99E66E7}"/>
              </a:ext>
            </a:extLst>
      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20428932" y="35896045"/>
            <a:ext cx="936000" cy="2277288"/>
          </a:xfrm>
          <a:prstGeom prst="rect">
            <a:avLst/>
          </a:prstGeom>
        </p:spPr>
      </p:pic>
      <p:pic>
        <p:nvPicPr>
          <p:cNvPr id="28" name="Grafik 27" descr="Ein Bild, das Reihe, Symmetrie, Farbigkeit, Design enthält.&#10;&#10;KI-generierte Inhalte können fehlerhaft sein.">
            <a:extLst>
              <a:ext uri="{FF2B5EF4-FFF2-40B4-BE49-F238E27FC236}">
                <a16:creationId xmlns:a16="http://schemas.microsoft.com/office/drawing/2014/main" id="{EFDE07F9-3E43-8283-0A28-02FC460FFB63}"/>
              </a:ext>
            </a:extLst>
      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20428932" y="38268634"/>
            <a:ext cx="936000" cy="1640808"/>
          </a:xfrm>
          <a:prstGeom prst="rect">
            <a:avLst/>
          </a:prstGeom>
        </p:spPr>
      </p:pic>
      <p:pic>
        <p:nvPicPr>
          <p:cNvPr id="32" name="Grafik 31" descr="Ein Bild, das Reihe, Symmetrie, Farbigkeit, Clipart enthält.&#10;&#10;KI-generierte Inhalte können fehlerhaft sein.">
            <a:extLst>
              <a:ext uri="{FF2B5EF4-FFF2-40B4-BE49-F238E27FC236}">
                <a16:creationId xmlns:a16="http://schemas.microsoft.com/office/drawing/2014/main" id="{EB50E56E-368A-F917-99D1-E785E53FA201}"/>
              </a:ext>
            </a:extLst>
      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20428932" y="39975628"/>
            <a:ext cx="936000" cy="1686671"/>
          </a:xfrm>
          <a:prstGeom prst="rect">
            <a:avLst/>
          </a:prstGeom>
        </p:spPr>
      </p:pic>
      <p:pic>
        <p:nvPicPr>
          <p:cNvPr id="56" name="Grafik 55" descr="Ein Bild, das Reihe, Farbigkeit, Design enthält.&#10;&#10;KI-generierte Inhalte können fehlerhaft sein.">
            <a:extLst>
              <a:ext uri="{FF2B5EF4-FFF2-40B4-BE49-F238E27FC236}">
                <a16:creationId xmlns:a16="http://schemas.microsoft.com/office/drawing/2014/main" id="{C098391D-AFE0-045A-AD27-34ACD044DFA8}"/>
              </a:ext>
            </a:extLst>
      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21449167" y="36514617"/>
            <a:ext cx="936000" cy="1655784"/>
          </a:xfrm>
          <a:prstGeom prst="rect">
            <a:avLst/>
          </a:prstGeom>
        </p:spPr>
      </p:pic>
      <p:pic>
        <p:nvPicPr>
          <p:cNvPr id="60" name="Grafik 59" descr="Ein Bild, das Reihe, Symmetrie, Farbigkeit, Design enthält.&#10;&#10;KI-generierte Inhalte können fehlerhaft sein.">
            <a:extLst>
              <a:ext uri="{FF2B5EF4-FFF2-40B4-BE49-F238E27FC236}">
                <a16:creationId xmlns:a16="http://schemas.microsoft.com/office/drawing/2014/main" id="{3619B352-57D7-CCC2-EE0D-2E330F52682E}"/>
              </a:ext>
            </a:extLst>
      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19384572" y="34756389"/>
            <a:ext cx="936000" cy="1667017"/>
          </a:xfrm>
          <a:prstGeom prst="rect">
            <a:avLst/>
          </a:prstGeom>
        </p:spPr>
      </p:pic>
      <p:pic>
        <p:nvPicPr>
          <p:cNvPr id="66" name="Grafik 65" descr="Ein Bild, das Reihe, Farbigkeit, Symmetrie, Design enthält.&#10;&#10;KI-generierte Inhalte können fehlerhaft sein.">
            <a:extLst>
              <a:ext uri="{FF2B5EF4-FFF2-40B4-BE49-F238E27FC236}">
                <a16:creationId xmlns:a16="http://schemas.microsoft.com/office/drawing/2014/main" id="{F408FFB3-CE75-061A-A136-3116FE9AC83B}"/>
              </a:ext>
            </a:extLst>
      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9384572" y="36522160"/>
            <a:ext cx="924040" cy="1656803"/>
          </a:xfrm>
          <a:prstGeom prst="rect">
            <a:avLst/>
          </a:prstGeom>
        </p:spPr>
      </p:pic>
      <p:pic>
        <p:nvPicPr>
          <p:cNvPr id="68" name="Grafik 67" descr="Ein Bild, das Reihe, Farbigkeit, Symmetrie, Abakus enthält.&#10;&#10;KI-generierte Inhalte können fehlerhaft sein.">
            <a:extLst>
              <a:ext uri="{FF2B5EF4-FFF2-40B4-BE49-F238E27FC236}">
                <a16:creationId xmlns:a16="http://schemas.microsoft.com/office/drawing/2014/main" id="{39E8FAF1-F10A-6239-5C4C-35EA1C0E1D73}"/>
              </a:ext>
            </a:extLst>
      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19367679" y="38284265"/>
            <a:ext cx="946837" cy="3405773"/>
          </a:xfrm>
          <a:prstGeom prst="rect">
            <a:avLst/>
          </a:prstGeom>
        </p:spPr>
      </p:pic>
      <p:pic>
        <p:nvPicPr>
          <p:cNvPr id="70" name="Grafik 69" descr="Ein Bild, das Reihe, Design enthält.&#10;&#10;KI-generierte Inhalte können fehlerhaft sein.">
            <a:extLst>
              <a:ext uri="{FF2B5EF4-FFF2-40B4-BE49-F238E27FC236}">
                <a16:creationId xmlns:a16="http://schemas.microsoft.com/office/drawing/2014/main" id="{5CB2E80A-8A2B-B9AA-7361-5C7AD6BFAB46}"/>
              </a:ext>
            </a:extLst>
      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18373043" y="34758845"/>
            <a:ext cx="912054" cy="1673620"/>
          </a:xfrm>
          <a:prstGeom prst="rect">
            <a:avLst/>
          </a:prstGeom>
        </p:spPr>
      </p:pic>
      <p:pic>
        <p:nvPicPr>
          <p:cNvPr id="72" name="Grafik 71" descr="Ein Bild, das Reihe, Farbigkeit, Design enthält.&#10;&#10;KI-generierte Inhalte können fehlerhaft sein.">
            <a:extLst>
              <a:ext uri="{FF2B5EF4-FFF2-40B4-BE49-F238E27FC236}">
                <a16:creationId xmlns:a16="http://schemas.microsoft.com/office/drawing/2014/main" id="{1C72AC3A-2D4A-4E80-4ADC-6AAED51FCB38}"/>
              </a:ext>
            </a:extLst>
          </p:cNvPr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18349097" y="36518152"/>
            <a:ext cx="936000" cy="1670761"/>
          </a:xfrm>
          <a:prstGeom prst="rect">
            <a:avLst/>
          </a:prstGeom>
        </p:spPr>
      </p:pic>
      <p:pic>
        <p:nvPicPr>
          <p:cNvPr id="74" name="Grafik 73" descr="Ein Bild, das Screenshot, Reihe, Diagramm, Design enthält.&#10;&#10;KI-generierte Inhalte können fehlerhaft sein.">
            <a:extLst>
              <a:ext uri="{FF2B5EF4-FFF2-40B4-BE49-F238E27FC236}">
                <a16:creationId xmlns:a16="http://schemas.microsoft.com/office/drawing/2014/main" id="{A26A4BFC-213F-4295-59EF-46781EA9F298}"/>
              </a:ext>
            </a:extLst>
          </p:cNvPr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18362862" y="38259166"/>
            <a:ext cx="928678" cy="342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068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53" grpId="0"/>
      <p:bldP spid="61" grpId="0"/>
      <p:bldP spid="109" grpId="0"/>
      <p:bldP spid="113" grpId="0"/>
      <p:bldP spid="155" grpId="0"/>
      <p:bldP spid="178" grpId="0"/>
      <p:bldP spid="179" grpId="0"/>
      <p:bldP spid="191" grpId="0"/>
      <p:bldP spid="198" grpId="0"/>
      <p:bldP spid="199" grpId="0"/>
      <p:bldP spid="200" grpId="0"/>
      <p:bldP spid="224" grpId="0"/>
      <p:bldP spid="225" grpId="0"/>
      <p:bldP spid="227" grpId="0"/>
      <p:bldP spid="229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256</Words>
  <Application>Microsoft Macintosh PowerPoint</Application>
  <PresentationFormat>Benutzerdefiniert</PresentationFormat>
  <Paragraphs>55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Wittmann</dc:creator>
  <cp:lastModifiedBy>Lukas Wittmann</cp:lastModifiedBy>
  <cp:revision>24</cp:revision>
  <dcterms:created xsi:type="dcterms:W3CDTF">2025-10-08T10:14:04Z</dcterms:created>
  <dcterms:modified xsi:type="dcterms:W3CDTF">2025-11-13T09:06:17Z</dcterms:modified>
</cp:coreProperties>
</file>